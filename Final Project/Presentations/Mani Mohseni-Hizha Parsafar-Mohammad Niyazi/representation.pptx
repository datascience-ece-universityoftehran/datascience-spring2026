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6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0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1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9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4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9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5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36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0514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32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0393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4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6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3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679FAF5-AE74-4647-A665-4D1381949B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AD9BEF1-ED5B-4F76-86AA-56F753899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73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384B-9515-4C2B-B6EC-93A644B7B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Doctor Recommender System - AI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50DF7-D840-4A83-9F79-31AE2C86CA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End-to-End NLP &amp; Machine Learning Pipeline (Phase 1 to Phase 3)</a:t>
            </a:r>
          </a:p>
        </p:txBody>
      </p:sp>
    </p:spTree>
    <p:extLst>
      <p:ext uri="{BB962C8B-B14F-4D97-AF65-F5344CB8AC3E}">
        <p14:creationId xmlns:p14="http://schemas.microsoft.com/office/powerpoint/2010/main" val="77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78C9-CC99-40E0-ADB7-8EC9E7B6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Real-World Patient Needs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733331-4A89-44E6-8A6E-2FAED4C9E7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1" y="1123828"/>
            <a:ext cx="10557529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Patients frequently struggle to match their everyday symptoms with the correct 	medical specialty using formal medical terminology.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AI-driven pipeline that interprets natural language symptom descriptions (e.g.,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"My 	knee pops when I walk"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recommends the right specialist.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Value: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patient drop-off on booking platforms.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successful booking conversions.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misrouted medical consultations.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10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0981-EFE1-4944-96DE-C436B313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Foundation &amp; Relational Schema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C42638-28C6-435E-8F05-2410B55FC4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610160"/>
            <a:ext cx="9905999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Scope: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130,000+ cleaned patient review records and detailed doctor profile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Ingested raw CSV files into an organized relational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Schema: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Doctors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Profile data and medical specialties.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Reviews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Historical patient feedback.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New_Queries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Incoming natural language user queries.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Predictions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Persisted recommendation outputs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89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919E-F8A0-465B-B11F-B668CD6B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Hygiene &amp; Text Normalization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81E8A2-93E5-415B-8CE7-7A30DFE46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787974"/>
            <a:ext cx="1022583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Handled missing values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duplicates, and incomplete records.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Removal: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special characters, non-alphanumeric noise, and numerical artifacts.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Normalization: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Standardized raw Persian feedback into clean text streams ready for NLP embedding generation.</a:t>
            </a:r>
          </a:p>
        </p:txBody>
      </p:sp>
    </p:spTree>
    <p:extLst>
      <p:ext uri="{BB962C8B-B14F-4D97-AF65-F5344CB8AC3E}">
        <p14:creationId xmlns:p14="http://schemas.microsoft.com/office/powerpoint/2010/main" val="107620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08BC-C97E-4915-AA74-3887FD3F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Representation &amp; Text Augmentation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ED4CD8-A0EC-45BE-B971-3BD42EE96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062274"/>
            <a:ext cx="868390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Model: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384-dimensional embeddings via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paraphrase-multilingual-MiniLM-L12-v2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Semantic Gap Challenge: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frequency of general words (e.g.,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"pain"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"good doctor"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caused cluster overlaps across unrelated specialties.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 Solution (Text Augmentation):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Prepended doctor specialties to patient reviews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"Specialty: Orthopedics | Review:..."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before vectorization to enforce domain-aware vector clustering.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8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88E8-9652-4269-9EAC-B5D7530C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Experiments &amp; Constraints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95D64-4EB4-45B0-AD15-B62CF0FCA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1" y="1922471"/>
            <a:ext cx="111150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Algorithms: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 Regression, Random Forest, and Multi-Layer Perceptron (MLP).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Resolved Out-Of-Memory (OOM) crashes by setting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n_jobs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limiting tree depth.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Overall accuracy remained under 5% across 1,500+ distinct doctor entity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High-cardinality multi-class classification is unsuited for entity-level doctor matching.</a:t>
            </a:r>
          </a:p>
        </p:txBody>
      </p:sp>
    </p:spTree>
    <p:extLst>
      <p:ext uri="{BB962C8B-B14F-4D97-AF65-F5344CB8AC3E}">
        <p14:creationId xmlns:p14="http://schemas.microsoft.com/office/powerpoint/2010/main" val="169417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CA1F5-0DA4-477F-9E3F-8FE6FE42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Matching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51E3B7-66F1-490E-96C3-84FD60E48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1" y="1200773"/>
            <a:ext cx="89797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K-Nearest Neighbors (KNN)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Metric: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Cosine Similarity in 384-dimensional vector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Matching Mechanism: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Maps free-form user query embeddings directly to the most semantically aligned historical patient experiences.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context-aware and logically sound doctor recommendations based on real patient feedback.</a:t>
            </a:r>
          </a:p>
        </p:txBody>
      </p:sp>
    </p:spTree>
    <p:extLst>
      <p:ext uri="{BB962C8B-B14F-4D97-AF65-F5344CB8AC3E}">
        <p14:creationId xmlns:p14="http://schemas.microsoft.com/office/powerpoint/2010/main" val="426516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39964-B075-4330-BC30-26287AB4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Machine Learning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D4449C-424B-491C-B50C-6597FE04C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1" y="1917801"/>
            <a:ext cx="8952847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 Pipeline (train_knn.py):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Loads data, Preprocesses text, Engineers augmented embeddings, Trains KNN, Serializes 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pkl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artifacts.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Inference Pipeline (make_predictions.py):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Reads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New_Queries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Transforms text, Loads 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pkl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model, Persists recommendations to Predictions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Orchestration: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Centralized automation executed via run_pipeline.py.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0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036B-ECDD-4EFA-86FC-94246C76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Inference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A2AD92-EB2A-45EC-9CFA-511248B860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200774"/>
            <a:ext cx="98941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Query Input: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"My child has speech issues, and previous doctors haven't helped.“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Transformation: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Encodes text into the shared 384-dimensional embedding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Similarity Search: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nearest matching reviews tagged under Pediatric Speech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Therapy.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Persistence: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writes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Doctor_ID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Doctor_Name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Specialty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supporting review evidence into SQLite.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1853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</TotalTime>
  <Words>548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Century Gothic</vt:lpstr>
      <vt:lpstr>Google Sans Text</vt:lpstr>
      <vt:lpstr>Wingdings 3</vt:lpstr>
      <vt:lpstr>Slice</vt:lpstr>
      <vt:lpstr>Doctor Recommender System - AI Pipeline</vt:lpstr>
      <vt:lpstr>Addressing Real-World Patient Needs</vt:lpstr>
      <vt:lpstr>Data Foundation &amp; Relational Schema</vt:lpstr>
      <vt:lpstr>Data Hygiene &amp; Text Normalization</vt:lpstr>
      <vt:lpstr>Vector Representation &amp; Text Augmentation</vt:lpstr>
      <vt:lpstr>Classification Experiments &amp; Constraints</vt:lpstr>
      <vt:lpstr>Production Matching Strategy</vt:lpstr>
      <vt:lpstr>Modular Machine Learning Design</vt:lpstr>
      <vt:lpstr>System Inference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Recommender System - AI Pipeline</dc:title>
  <dc:creator>Mani</dc:creator>
  <cp:lastModifiedBy>Mani</cp:lastModifiedBy>
  <cp:revision>7</cp:revision>
  <dcterms:created xsi:type="dcterms:W3CDTF">2026-07-27T18:43:45Z</dcterms:created>
  <dcterms:modified xsi:type="dcterms:W3CDTF">2026-07-27T18:51:11Z</dcterms:modified>
</cp:coreProperties>
</file>