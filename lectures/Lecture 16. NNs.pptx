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9"/>
  </p:notesMasterIdLst>
  <p:sldIdLst>
    <p:sldId id="367" r:id="rId2"/>
    <p:sldId id="1984" r:id="rId3"/>
    <p:sldId id="1983" r:id="rId4"/>
    <p:sldId id="1982" r:id="rId5"/>
    <p:sldId id="1985" r:id="rId6"/>
    <p:sldId id="1986" r:id="rId7"/>
    <p:sldId id="1981" r:id="rId8"/>
    <p:sldId id="260" r:id="rId9"/>
    <p:sldId id="988" r:id="rId10"/>
    <p:sldId id="989" r:id="rId11"/>
    <p:sldId id="990" r:id="rId12"/>
    <p:sldId id="991" r:id="rId13"/>
    <p:sldId id="1990" r:id="rId14"/>
    <p:sldId id="1987" r:id="rId15"/>
    <p:sldId id="591" r:id="rId16"/>
    <p:sldId id="1977" r:id="rId17"/>
    <p:sldId id="1978" r:id="rId18"/>
    <p:sldId id="1979" r:id="rId19"/>
    <p:sldId id="1955" r:id="rId20"/>
    <p:sldId id="592" r:id="rId21"/>
    <p:sldId id="271" r:id="rId22"/>
    <p:sldId id="1992" r:id="rId23"/>
    <p:sldId id="290" r:id="rId24"/>
    <p:sldId id="1975" r:id="rId25"/>
    <p:sldId id="1991" r:id="rId26"/>
    <p:sldId id="1989" r:id="rId27"/>
    <p:sldId id="19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5F82E-844D-4A7C-A9E8-5B733800248F}" v="31" dt="2025-05-04T10:41:07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4" autoAdjust="0"/>
    <p:restoredTop sz="81497" autoAdjust="0"/>
  </p:normalViewPr>
  <p:slideViewPr>
    <p:cSldViewPr snapToGrid="0">
      <p:cViewPr varScale="1">
        <p:scale>
          <a:sx n="73" d="100"/>
          <a:sy n="73" d="100"/>
        </p:scale>
        <p:origin x="69" y="10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1425F82E-844D-4A7C-A9E8-5B733800248F}"/>
    <pc:docChg chg="undo custSel addSld delSld modSld sldOrd modMainMaster">
      <pc:chgData name="Yadollah Yaghoobzadeh" userId="6e47bfdd41a25f50" providerId="LiveId" clId="{1425F82E-844D-4A7C-A9E8-5B733800248F}" dt="2025-05-04T11:25:56.087" v="1583" actId="5793"/>
      <pc:docMkLst>
        <pc:docMk/>
      </pc:docMkLst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1757657645" sldId="260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3375120435" sldId="260"/>
        </pc:sldMkLst>
      </pc:sldChg>
      <pc:sldChg chg="del">
        <pc:chgData name="Yadollah Yaghoobzadeh" userId="6e47bfdd41a25f50" providerId="LiveId" clId="{1425F82E-844D-4A7C-A9E8-5B733800248F}" dt="2025-05-04T07:49:13.539" v="800" actId="47"/>
        <pc:sldMkLst>
          <pc:docMk/>
          <pc:sldMk cId="2340562966" sldId="261"/>
        </pc:sldMkLst>
      </pc:sldChg>
      <pc:sldChg chg="add del">
        <pc:chgData name="Yadollah Yaghoobzadeh" userId="6e47bfdd41a25f50" providerId="LiveId" clId="{1425F82E-844D-4A7C-A9E8-5B733800248F}" dt="2025-05-04T07:49:14.487" v="801" actId="47"/>
        <pc:sldMkLst>
          <pc:docMk/>
          <pc:sldMk cId="2013927891" sldId="262"/>
        </pc:sldMkLst>
      </pc:sldChg>
      <pc:sldChg chg="del">
        <pc:chgData name="Yadollah Yaghoobzadeh" userId="6e47bfdd41a25f50" providerId="LiveId" clId="{1425F82E-844D-4A7C-A9E8-5B733800248F}" dt="2025-05-04T07:49:15.089" v="802" actId="47"/>
        <pc:sldMkLst>
          <pc:docMk/>
          <pc:sldMk cId="1518249837" sldId="263"/>
        </pc:sldMkLst>
      </pc:sldChg>
      <pc:sldChg chg="del">
        <pc:chgData name="Yadollah Yaghoobzadeh" userId="6e47bfdd41a25f50" providerId="LiveId" clId="{1425F82E-844D-4A7C-A9E8-5B733800248F}" dt="2025-05-04T07:49:18.309" v="803" actId="47"/>
        <pc:sldMkLst>
          <pc:docMk/>
          <pc:sldMk cId="2007218703" sldId="264"/>
        </pc:sldMkLst>
      </pc:sldChg>
      <pc:sldChg chg="addSp delSp modSp add mod modClrScheme chgLayout">
        <pc:chgData name="Yadollah Yaghoobzadeh" userId="6e47bfdd41a25f50" providerId="LiveId" clId="{1425F82E-844D-4A7C-A9E8-5B733800248F}" dt="2025-05-04T10:35:34.282" v="1568" actId="20577"/>
        <pc:sldMkLst>
          <pc:docMk/>
          <pc:sldMk cId="0" sldId="271"/>
        </pc:sldMkLst>
        <pc:spChg chg="add del mod">
          <ac:chgData name="Yadollah Yaghoobzadeh" userId="6e47bfdd41a25f50" providerId="LiveId" clId="{1425F82E-844D-4A7C-A9E8-5B733800248F}" dt="2025-05-04T10:34:31.046" v="1556" actId="6264"/>
          <ac:spMkLst>
            <pc:docMk/>
            <pc:sldMk cId="0" sldId="271"/>
            <ac:spMk id="2" creationId="{E2AAC669-9B9E-F4F3-C605-DFDEA88D1BC1}"/>
          </ac:spMkLst>
        </pc:spChg>
        <pc:spChg chg="add del mod ord">
          <ac:chgData name="Yadollah Yaghoobzadeh" userId="6e47bfdd41a25f50" providerId="LiveId" clId="{1425F82E-844D-4A7C-A9E8-5B733800248F}" dt="2025-05-04T10:34:35.867" v="1557" actId="700"/>
          <ac:spMkLst>
            <pc:docMk/>
            <pc:sldMk cId="0" sldId="271"/>
            <ac:spMk id="3" creationId="{486FC2BE-46D4-89E3-E725-049737AF32E9}"/>
          </ac:spMkLst>
        </pc:spChg>
        <pc:spChg chg="add del mod ord">
          <ac:chgData name="Yadollah Yaghoobzadeh" userId="6e47bfdd41a25f50" providerId="LiveId" clId="{1425F82E-844D-4A7C-A9E8-5B733800248F}" dt="2025-05-04T10:35:15.841" v="1566" actId="21"/>
          <ac:spMkLst>
            <pc:docMk/>
            <pc:sldMk cId="0" sldId="271"/>
            <ac:spMk id="4" creationId="{01C45AF5-DA64-1E13-F86E-9C407157C5BC}"/>
          </ac:spMkLst>
        </pc:spChg>
        <pc:spChg chg="add del mod ord">
          <ac:chgData name="Yadollah Yaghoobzadeh" userId="6e47bfdd41a25f50" providerId="LiveId" clId="{1425F82E-844D-4A7C-A9E8-5B733800248F}" dt="2025-05-04T10:34:54.293" v="1558" actId="478"/>
          <ac:spMkLst>
            <pc:docMk/>
            <pc:sldMk cId="0" sldId="271"/>
            <ac:spMk id="5" creationId="{0C17CA68-8C88-3059-2E4A-2BCF697AB24D}"/>
          </ac:spMkLst>
        </pc:spChg>
        <pc:spChg chg="mod">
          <ac:chgData name="Yadollah Yaghoobzadeh" userId="6e47bfdd41a25f50" providerId="LiveId" clId="{1425F82E-844D-4A7C-A9E8-5B733800248F}" dt="2025-05-04T10:35:34.282" v="1568" actId="20577"/>
          <ac:spMkLst>
            <pc:docMk/>
            <pc:sldMk cId="0" sldId="271"/>
            <ac:spMk id="264" creationId="{00000000-0000-0000-0000-000000000000}"/>
          </ac:spMkLst>
        </pc:spChg>
        <pc:spChg chg="mod ord">
          <ac:chgData name="Yadollah Yaghoobzadeh" userId="6e47bfdd41a25f50" providerId="LiveId" clId="{1425F82E-844D-4A7C-A9E8-5B733800248F}" dt="2025-05-04T10:34:35.867" v="1557" actId="700"/>
          <ac:spMkLst>
            <pc:docMk/>
            <pc:sldMk cId="0" sldId="271"/>
            <ac:spMk id="271" creationId="{00000000-0000-0000-0000-000000000000}"/>
          </ac:spMkLst>
        </pc:spChg>
        <pc:picChg chg="mod">
          <ac:chgData name="Yadollah Yaghoobzadeh" userId="6e47bfdd41a25f50" providerId="LiveId" clId="{1425F82E-844D-4A7C-A9E8-5B733800248F}" dt="2025-05-04T10:35:02.747" v="1565" actId="1037"/>
          <ac:picMkLst>
            <pc:docMk/>
            <pc:sldMk cId="0" sldId="271"/>
            <ac:picMk id="268" creationId="{00000000-0000-0000-0000-000000000000}"/>
          </ac:picMkLst>
        </pc:picChg>
      </pc:sldChg>
      <pc:sldChg chg="modSp add mod modClrScheme chgLayout">
        <pc:chgData name="Yadollah Yaghoobzadeh" userId="6e47bfdd41a25f50" providerId="LiveId" clId="{1425F82E-844D-4A7C-A9E8-5B733800248F}" dt="2025-05-04T10:36:56.371" v="1570" actId="700"/>
        <pc:sldMkLst>
          <pc:docMk/>
          <pc:sldMk cId="0" sldId="272"/>
        </pc:sldMkLst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2"/>
            <ac:spMk id="277" creationId="{00000000-0000-0000-0000-000000000000}"/>
          </ac:spMkLst>
        </pc:spChg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2"/>
            <ac:spMk id="278" creationId="{00000000-0000-0000-0000-000000000000}"/>
          </ac:spMkLst>
        </pc:spChg>
      </pc:sldChg>
      <pc:sldChg chg="modSp add mod modClrScheme chgLayout">
        <pc:chgData name="Yadollah Yaghoobzadeh" userId="6e47bfdd41a25f50" providerId="LiveId" clId="{1425F82E-844D-4A7C-A9E8-5B733800248F}" dt="2025-05-04T10:36:56.371" v="1570" actId="700"/>
        <pc:sldMkLst>
          <pc:docMk/>
          <pc:sldMk cId="0" sldId="273"/>
        </pc:sldMkLst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3"/>
            <ac:spMk id="286" creationId="{00000000-0000-0000-0000-000000000000}"/>
          </ac:spMkLst>
        </pc:spChg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3"/>
            <ac:spMk id="287" creationId="{00000000-0000-0000-0000-000000000000}"/>
          </ac:spMkLst>
        </pc:spChg>
      </pc:sldChg>
      <pc:sldChg chg="modSp add del mod modClrScheme chgLayout">
        <pc:chgData name="Yadollah Yaghoobzadeh" userId="6e47bfdd41a25f50" providerId="LiveId" clId="{1425F82E-844D-4A7C-A9E8-5B733800248F}" dt="2025-05-04T10:40:23.215" v="1571" actId="47"/>
        <pc:sldMkLst>
          <pc:docMk/>
          <pc:sldMk cId="0" sldId="274"/>
        </pc:sldMkLst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4"/>
            <ac:spMk id="294" creationId="{00000000-0000-0000-0000-000000000000}"/>
          </ac:spMkLst>
        </pc:spChg>
        <pc:spChg chg="mod ord">
          <ac:chgData name="Yadollah Yaghoobzadeh" userId="6e47bfdd41a25f50" providerId="LiveId" clId="{1425F82E-844D-4A7C-A9E8-5B733800248F}" dt="2025-05-04T10:36:56.371" v="1570" actId="700"/>
          <ac:spMkLst>
            <pc:docMk/>
            <pc:sldMk cId="0" sldId="274"/>
            <ac:spMk id="295" creationId="{00000000-0000-0000-0000-000000000000}"/>
          </ac:spMkLst>
        </pc:spChg>
      </pc:sldChg>
      <pc:sldChg chg="addSp delSp modSp add mod modClrScheme chgLayout">
        <pc:chgData name="Yadollah Yaghoobzadeh" userId="6e47bfdd41a25f50" providerId="LiveId" clId="{1425F82E-844D-4A7C-A9E8-5B733800248F}" dt="2025-05-04T10:41:26.943" v="1581" actId="478"/>
        <pc:sldMkLst>
          <pc:docMk/>
          <pc:sldMk cId="0" sldId="290"/>
        </pc:sldMkLst>
        <pc:spChg chg="add del mod ord">
          <ac:chgData name="Yadollah Yaghoobzadeh" userId="6e47bfdd41a25f50" providerId="LiveId" clId="{1425F82E-844D-4A7C-A9E8-5B733800248F}" dt="2025-05-04T10:41:26.943" v="1581" actId="478"/>
          <ac:spMkLst>
            <pc:docMk/>
            <pc:sldMk cId="0" sldId="290"/>
            <ac:spMk id="2" creationId="{16B449DC-4E4E-E71D-97FE-98365068E1D1}"/>
          </ac:spMkLst>
        </pc:spChg>
        <pc:spChg chg="add del">
          <ac:chgData name="Yadollah Yaghoobzadeh" userId="6e47bfdd41a25f50" providerId="LiveId" clId="{1425F82E-844D-4A7C-A9E8-5B733800248F}" dt="2025-05-04T10:41:21.999" v="1580" actId="478"/>
          <ac:spMkLst>
            <pc:docMk/>
            <pc:sldMk cId="0" sldId="290"/>
            <ac:spMk id="677" creationId="{00000000-0000-0000-0000-000000000000}"/>
          </ac:spMkLst>
        </pc:spChg>
        <pc:spChg chg="mod ord">
          <ac:chgData name="Yadollah Yaghoobzadeh" userId="6e47bfdd41a25f50" providerId="LiveId" clId="{1425F82E-844D-4A7C-A9E8-5B733800248F}" dt="2025-05-04T10:41:17.163" v="1578" actId="700"/>
          <ac:spMkLst>
            <pc:docMk/>
            <pc:sldMk cId="0" sldId="290"/>
            <ac:spMk id="684" creationId="{00000000-0000-0000-0000-000000000000}"/>
          </ac:spMkLst>
        </pc:spChg>
      </pc:sldChg>
      <pc:sldChg chg="modSp mod">
        <pc:chgData name="Yadollah Yaghoobzadeh" userId="6e47bfdd41a25f50" providerId="LiveId" clId="{1425F82E-844D-4A7C-A9E8-5B733800248F}" dt="2025-05-04T07:38:49.710" v="74" actId="20577"/>
        <pc:sldMkLst>
          <pc:docMk/>
          <pc:sldMk cId="1616806445" sldId="367"/>
        </pc:sldMkLst>
        <pc:spChg chg="mod">
          <ac:chgData name="Yadollah Yaghoobzadeh" userId="6e47bfdd41a25f50" providerId="LiveId" clId="{1425F82E-844D-4A7C-A9E8-5B733800248F}" dt="2025-05-04T07:38:49.710" v="74" actId="20577"/>
          <ac:spMkLst>
            <pc:docMk/>
            <pc:sldMk cId="1616806445" sldId="367"/>
            <ac:spMk id="5" creationId="{BBCCB048-B67C-E79B-1CAC-1D9CA1807D4A}"/>
          </ac:spMkLst>
        </pc:spChg>
      </pc:sldChg>
      <pc:sldChg chg="modSp del mod">
        <pc:chgData name="Yadollah Yaghoobzadeh" userId="6e47bfdd41a25f50" providerId="LiveId" clId="{1425F82E-844D-4A7C-A9E8-5B733800248F}" dt="2025-05-04T09:18:10.570" v="1229" actId="47"/>
        <pc:sldMkLst>
          <pc:docMk/>
          <pc:sldMk cId="134229097" sldId="439"/>
        </pc:sldMkLst>
        <pc:spChg chg="mod">
          <ac:chgData name="Yadollah Yaghoobzadeh" userId="6e47bfdd41a25f50" providerId="LiveId" clId="{1425F82E-844D-4A7C-A9E8-5B733800248F}" dt="2025-05-04T06:01:05.091" v="19" actId="20577"/>
          <ac:spMkLst>
            <pc:docMk/>
            <pc:sldMk cId="134229097" sldId="439"/>
            <ac:spMk id="3" creationId="{00000000-0000-0000-0000-000000000000}"/>
          </ac:spMkLst>
        </pc:spChg>
      </pc:sldChg>
      <pc:sldChg chg="modSp">
        <pc:chgData name="Yadollah Yaghoobzadeh" userId="6e47bfdd41a25f50" providerId="LiveId" clId="{1425F82E-844D-4A7C-A9E8-5B733800248F}" dt="2025-05-04T07:47:27.806" v="796" actId="20577"/>
        <pc:sldMkLst>
          <pc:docMk/>
          <pc:sldMk cId="3220304603" sldId="592"/>
        </pc:sldMkLst>
        <pc:spChg chg="mod">
          <ac:chgData name="Yadollah Yaghoobzadeh" userId="6e47bfdd41a25f50" providerId="LiveId" clId="{1425F82E-844D-4A7C-A9E8-5B733800248F}" dt="2025-05-04T07:47:27.806" v="796" actId="20577"/>
          <ac:spMkLst>
            <pc:docMk/>
            <pc:sldMk cId="3220304603" sldId="592"/>
            <ac:spMk id="3" creationId="{B5D03218-AF12-B84B-9173-EA96ED271A22}"/>
          </ac:spMkLst>
        </pc:spChg>
      </pc:sldChg>
      <pc:sldChg chg="del">
        <pc:chgData name="Yadollah Yaghoobzadeh" userId="6e47bfdd41a25f50" providerId="LiveId" clId="{1425F82E-844D-4A7C-A9E8-5B733800248F}" dt="2025-05-04T07:49:40.137" v="804" actId="47"/>
        <pc:sldMkLst>
          <pc:docMk/>
          <pc:sldMk cId="4210101857" sldId="986"/>
        </pc:sldMkLst>
      </pc:sldChg>
      <pc:sldChg chg="del">
        <pc:chgData name="Yadollah Yaghoobzadeh" userId="6e47bfdd41a25f50" providerId="LiveId" clId="{1425F82E-844D-4A7C-A9E8-5B733800248F}" dt="2025-05-04T07:49:46.577" v="805" actId="47"/>
        <pc:sldMkLst>
          <pc:docMk/>
          <pc:sldMk cId="1820240418" sldId="987"/>
        </pc:sldMkLst>
      </pc:sldChg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414217962" sldId="988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2833953420" sldId="988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36139667" sldId="989"/>
        </pc:sldMkLst>
      </pc:sldChg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1905810421" sldId="989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189587223" sldId="990"/>
        </pc:sldMkLst>
      </pc:sldChg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2992229163" sldId="990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163564580" sldId="991"/>
        </pc:sldMkLst>
      </pc:sldChg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473114883" sldId="991"/>
        </pc:sldMkLst>
      </pc:sldChg>
      <pc:sldChg chg="modSp del mod">
        <pc:chgData name="Yadollah Yaghoobzadeh" userId="6e47bfdd41a25f50" providerId="LiveId" clId="{1425F82E-844D-4A7C-A9E8-5B733800248F}" dt="2025-05-04T07:50:19.780" v="808" actId="47"/>
        <pc:sldMkLst>
          <pc:docMk/>
          <pc:sldMk cId="612377966" sldId="1017"/>
        </pc:sldMkLst>
        <pc:picChg chg="mod">
          <ac:chgData name="Yadollah Yaghoobzadeh" userId="6e47bfdd41a25f50" providerId="LiveId" clId="{1425F82E-844D-4A7C-A9E8-5B733800248F}" dt="2025-05-04T07:50:09.460" v="807" actId="1076"/>
          <ac:picMkLst>
            <pc:docMk/>
            <pc:sldMk cId="612377966" sldId="1017"/>
            <ac:picMk id="4" creationId="{00000000-0000-0000-0000-000000000000}"/>
          </ac:picMkLst>
        </pc:picChg>
      </pc:sldChg>
      <pc:sldChg chg="del">
        <pc:chgData name="Yadollah Yaghoobzadeh" userId="6e47bfdd41a25f50" providerId="LiveId" clId="{1425F82E-844D-4A7C-A9E8-5B733800248F}" dt="2025-05-04T07:50:20.440" v="809" actId="47"/>
        <pc:sldMkLst>
          <pc:docMk/>
          <pc:sldMk cId="2656859781" sldId="1019"/>
        </pc:sldMkLst>
      </pc:sldChg>
      <pc:sldChg chg="del">
        <pc:chgData name="Yadollah Yaghoobzadeh" userId="6e47bfdd41a25f50" providerId="LiveId" clId="{1425F82E-844D-4A7C-A9E8-5B733800248F}" dt="2025-05-04T09:02:43.084" v="979" actId="47"/>
        <pc:sldMkLst>
          <pc:docMk/>
          <pc:sldMk cId="2743133924" sldId="1082"/>
        </pc:sldMkLst>
      </pc:sldChg>
      <pc:sldChg chg="del">
        <pc:chgData name="Yadollah Yaghoobzadeh" userId="6e47bfdd41a25f50" providerId="LiveId" clId="{1425F82E-844D-4A7C-A9E8-5B733800248F}" dt="2025-05-04T06:01:11.288" v="21" actId="47"/>
        <pc:sldMkLst>
          <pc:docMk/>
          <pc:sldMk cId="632935550" sldId="1957"/>
        </pc:sldMkLst>
      </pc:sldChg>
      <pc:sldChg chg="del">
        <pc:chgData name="Yadollah Yaghoobzadeh" userId="6e47bfdd41a25f50" providerId="LiveId" clId="{1425F82E-844D-4A7C-A9E8-5B733800248F}" dt="2025-05-04T06:01:09.886" v="20" actId="47"/>
        <pc:sldMkLst>
          <pc:docMk/>
          <pc:sldMk cId="3910537471" sldId="1959"/>
        </pc:sldMkLst>
      </pc:sldChg>
      <pc:sldChg chg="del">
        <pc:chgData name="Yadollah Yaghoobzadeh" userId="6e47bfdd41a25f50" providerId="LiveId" clId="{1425F82E-844D-4A7C-A9E8-5B733800248F}" dt="2025-05-04T09:16:15.703" v="1204" actId="47"/>
        <pc:sldMkLst>
          <pc:docMk/>
          <pc:sldMk cId="1843651959" sldId="1973"/>
        </pc:sldMkLst>
      </pc:sldChg>
      <pc:sldChg chg="modSp mod modAnim">
        <pc:chgData name="Yadollah Yaghoobzadeh" userId="6e47bfdd41a25f50" providerId="LiveId" clId="{1425F82E-844D-4A7C-A9E8-5B733800248F}" dt="2025-05-04T10:40:35.543" v="1575"/>
        <pc:sldMkLst>
          <pc:docMk/>
          <pc:sldMk cId="3031134217" sldId="1975"/>
        </pc:sldMkLst>
        <pc:spChg chg="mod">
          <ac:chgData name="Yadollah Yaghoobzadeh" userId="6e47bfdd41a25f50" providerId="LiveId" clId="{1425F82E-844D-4A7C-A9E8-5B733800248F}" dt="2025-05-04T09:16:43.183" v="1220" actId="20577"/>
          <ac:spMkLst>
            <pc:docMk/>
            <pc:sldMk cId="3031134217" sldId="1975"/>
            <ac:spMk id="3" creationId="{1BB44E1D-2864-964B-B10F-B9B0DD3238AB}"/>
          </ac:spMkLst>
        </pc:spChg>
        <pc:spChg chg="mod">
          <ac:chgData name="Yadollah Yaghoobzadeh" userId="6e47bfdd41a25f50" providerId="LiveId" clId="{1425F82E-844D-4A7C-A9E8-5B733800248F}" dt="2025-05-04T10:40:35.543" v="1575"/>
          <ac:spMkLst>
            <pc:docMk/>
            <pc:sldMk cId="3031134217" sldId="1975"/>
            <ac:spMk id="8" creationId="{AF68F69E-30C4-0C47-B8FC-5D3604570466}"/>
          </ac:spMkLst>
        </pc:spChg>
        <pc:picChg chg="mod">
          <ac:chgData name="Yadollah Yaghoobzadeh" userId="6e47bfdd41a25f50" providerId="LiveId" clId="{1425F82E-844D-4A7C-A9E8-5B733800248F}" dt="2025-05-04T10:40:33.030" v="1574" actId="1076"/>
          <ac:picMkLst>
            <pc:docMk/>
            <pc:sldMk cId="3031134217" sldId="1975"/>
            <ac:picMk id="9" creationId="{02D0502A-BE16-C14A-942E-0C4E494AC456}"/>
          </ac:picMkLst>
        </pc:picChg>
        <pc:picChg chg="mod">
          <ac:chgData name="Yadollah Yaghoobzadeh" userId="6e47bfdd41a25f50" providerId="LiveId" clId="{1425F82E-844D-4A7C-A9E8-5B733800248F}" dt="2025-05-04T09:17:09.790" v="1228" actId="1076"/>
          <ac:picMkLst>
            <pc:docMk/>
            <pc:sldMk cId="3031134217" sldId="1975"/>
            <ac:picMk id="10" creationId="{F8712007-2E18-2849-81F7-6FC2178CE0B9}"/>
          </ac:picMkLst>
        </pc:picChg>
      </pc:sldChg>
      <pc:sldChg chg="modSp mod">
        <pc:chgData name="Yadollah Yaghoobzadeh" userId="6e47bfdd41a25f50" providerId="LiveId" clId="{1425F82E-844D-4A7C-A9E8-5B733800248F}" dt="2025-05-04T06:00:04.439" v="1" actId="1076"/>
        <pc:sldMkLst>
          <pc:docMk/>
          <pc:sldMk cId="4235023802" sldId="1978"/>
        </pc:sldMkLst>
        <pc:picChg chg="mod">
          <ac:chgData name="Yadollah Yaghoobzadeh" userId="6e47bfdd41a25f50" providerId="LiveId" clId="{1425F82E-844D-4A7C-A9E8-5B733800248F}" dt="2025-05-04T06:00:04.439" v="1" actId="1076"/>
          <ac:picMkLst>
            <pc:docMk/>
            <pc:sldMk cId="4235023802" sldId="1978"/>
            <ac:picMk id="69" creationId="{76457251-B511-594C-A7FA-193733839591}"/>
          </ac:picMkLst>
        </pc:picChg>
      </pc:sldChg>
      <pc:sldChg chg="del">
        <pc:chgData name="Yadollah Yaghoobzadeh" userId="6e47bfdd41a25f50" providerId="LiveId" clId="{1425F82E-844D-4A7C-A9E8-5B733800248F}" dt="2025-05-04T07:47:56.284" v="797" actId="47"/>
        <pc:sldMkLst>
          <pc:docMk/>
          <pc:sldMk cId="3814643340" sldId="1980"/>
        </pc:sldMkLst>
      </pc:sldChg>
      <pc:sldChg chg="del">
        <pc:chgData name="Yadollah Yaghoobzadeh" userId="6e47bfdd41a25f50" providerId="LiveId" clId="{1425F82E-844D-4A7C-A9E8-5B733800248F}" dt="2025-05-04T09:03:25.873" v="1040" actId="2696"/>
        <pc:sldMkLst>
          <pc:docMk/>
          <pc:sldMk cId="4102118165" sldId="1981"/>
        </pc:sldMkLst>
      </pc:sldChg>
      <pc:sldChg chg="add">
        <pc:chgData name="Yadollah Yaghoobzadeh" userId="6e47bfdd41a25f50" providerId="LiveId" clId="{1425F82E-844D-4A7C-A9E8-5B733800248F}" dt="2025-05-04T09:03:33.088" v="1041"/>
        <pc:sldMkLst>
          <pc:docMk/>
          <pc:sldMk cId="4202128440" sldId="1981"/>
        </pc:sldMkLst>
      </pc:sldChg>
      <pc:sldChg chg="new del">
        <pc:chgData name="Yadollah Yaghoobzadeh" userId="6e47bfdd41a25f50" providerId="LiveId" clId="{1425F82E-844D-4A7C-A9E8-5B733800248F}" dt="2025-05-04T07:38:12.367" v="51" actId="680"/>
        <pc:sldMkLst>
          <pc:docMk/>
          <pc:sldMk cId="1802882836" sldId="1982"/>
        </pc:sldMkLst>
      </pc:sldChg>
      <pc:sldChg chg="modSp new mod ord">
        <pc:chgData name="Yadollah Yaghoobzadeh" userId="6e47bfdd41a25f50" providerId="LiveId" clId="{1425F82E-844D-4A7C-A9E8-5B733800248F}" dt="2025-05-04T07:42:58.245" v="315"/>
        <pc:sldMkLst>
          <pc:docMk/>
          <pc:sldMk cId="3049323003" sldId="1982"/>
        </pc:sldMkLst>
        <pc:spChg chg="mod">
          <ac:chgData name="Yadollah Yaghoobzadeh" userId="6e47bfdd41a25f50" providerId="LiveId" clId="{1425F82E-844D-4A7C-A9E8-5B733800248F}" dt="2025-05-04T07:39:00.063" v="103" actId="20577"/>
          <ac:spMkLst>
            <pc:docMk/>
            <pc:sldMk cId="3049323003" sldId="1982"/>
            <ac:spMk id="2" creationId="{E54432E4-98CA-B486-EF5D-6B3A6E47071E}"/>
          </ac:spMkLst>
        </pc:spChg>
        <pc:spChg chg="mod">
          <ac:chgData name="Yadollah Yaghoobzadeh" userId="6e47bfdd41a25f50" providerId="LiveId" clId="{1425F82E-844D-4A7C-A9E8-5B733800248F}" dt="2025-05-04T07:39:27.136" v="151" actId="20577"/>
          <ac:spMkLst>
            <pc:docMk/>
            <pc:sldMk cId="3049323003" sldId="1982"/>
            <ac:spMk id="3" creationId="{AFBD38CE-D194-E4CD-267B-66D0B0FA7771}"/>
          </ac:spMkLst>
        </pc:spChg>
      </pc:sldChg>
      <pc:sldChg chg="addSp modSp new mod setBg">
        <pc:chgData name="Yadollah Yaghoobzadeh" userId="6e47bfdd41a25f50" providerId="LiveId" clId="{1425F82E-844D-4A7C-A9E8-5B733800248F}" dt="2025-05-04T07:42:41.825" v="313" actId="26606"/>
        <pc:sldMkLst>
          <pc:docMk/>
          <pc:sldMk cId="3092116325" sldId="1983"/>
        </pc:sldMkLst>
        <pc:spChg chg="mo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2" creationId="{7DCD4822-3E67-EF14-FFBC-BF1058C66C4B}"/>
          </ac:spMkLst>
        </pc:spChg>
        <pc:spChg chg="mo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3" creationId="{1CD16061-6360-ECF9-5935-E7A13D47ED23}"/>
          </ac:spMkLst>
        </pc:spChg>
        <pc:spChg chg="mo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4" creationId="{0B3AB88B-19A6-87C3-CF83-07C2CE3AE0AC}"/>
          </ac:spMkLst>
        </pc:spChg>
        <pc:spChg chg="ad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10" creationId="{9F7D5CDA-D291-4307-BF55-1381FED29634}"/>
          </ac:spMkLst>
        </pc:spChg>
        <pc:spChg chg="ad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12" creationId="{59B296B9-C5A5-4E4F-9B60-C907B5F1466C}"/>
          </ac:spMkLst>
        </pc:spChg>
        <pc:spChg chg="add">
          <ac:chgData name="Yadollah Yaghoobzadeh" userId="6e47bfdd41a25f50" providerId="LiveId" clId="{1425F82E-844D-4A7C-A9E8-5B733800248F}" dt="2025-05-04T07:42:41.825" v="313" actId="26606"/>
          <ac:spMkLst>
            <pc:docMk/>
            <pc:sldMk cId="3092116325" sldId="1983"/>
            <ac:spMk id="14" creationId="{D0300FD3-5AF1-6305-15FA-9078072672E2}"/>
          </ac:spMkLst>
        </pc:spChg>
        <pc:picChg chg="add">
          <ac:chgData name="Yadollah Yaghoobzadeh" userId="6e47bfdd41a25f50" providerId="LiveId" clId="{1425F82E-844D-4A7C-A9E8-5B733800248F}" dt="2025-05-04T07:42:41.825" v="313" actId="26606"/>
          <ac:picMkLst>
            <pc:docMk/>
            <pc:sldMk cId="3092116325" sldId="1983"/>
            <ac:picMk id="6" creationId="{46855BDF-BC0D-B785-B98B-D31957C8D1CD}"/>
          </ac:picMkLst>
        </pc:picChg>
      </pc:sldChg>
      <pc:sldChg chg="addSp delSp modSp new mod setBg addAnim chgLayout">
        <pc:chgData name="Yadollah Yaghoobzadeh" userId="6e47bfdd41a25f50" providerId="LiveId" clId="{1425F82E-844D-4A7C-A9E8-5B733800248F}" dt="2025-05-04T07:41:08.616" v="283" actId="20577"/>
        <pc:sldMkLst>
          <pc:docMk/>
          <pc:sldMk cId="1614118178" sldId="1984"/>
        </pc:sldMkLst>
        <pc:spChg chg="del mod ord">
          <ac:chgData name="Yadollah Yaghoobzadeh" userId="6e47bfdd41a25f50" providerId="LiveId" clId="{1425F82E-844D-4A7C-A9E8-5B733800248F}" dt="2025-05-04T07:40:16.674" v="212" actId="700"/>
          <ac:spMkLst>
            <pc:docMk/>
            <pc:sldMk cId="1614118178" sldId="1984"/>
            <ac:spMk id="2" creationId="{97EB3ECC-CF05-458B-F39A-75700E6FABC1}"/>
          </ac:spMkLst>
        </pc:spChg>
        <pc:spChg chg="add mod ord">
          <ac:chgData name="Yadollah Yaghoobzadeh" userId="6e47bfdd41a25f50" providerId="LiveId" clId="{1425F82E-844D-4A7C-A9E8-5B733800248F}" dt="2025-05-04T07:40:48.417" v="265" actId="26606"/>
          <ac:spMkLst>
            <pc:docMk/>
            <pc:sldMk cId="1614118178" sldId="1984"/>
            <ac:spMk id="3" creationId="{55B85483-B7BE-A11A-D0AE-2C1AB10B6CE0}"/>
          </ac:spMkLst>
        </pc:spChg>
        <pc:spChg chg="add mod ord">
          <ac:chgData name="Yadollah Yaghoobzadeh" userId="6e47bfdd41a25f50" providerId="LiveId" clId="{1425F82E-844D-4A7C-A9E8-5B733800248F}" dt="2025-05-04T07:41:08.616" v="283" actId="20577"/>
          <ac:spMkLst>
            <pc:docMk/>
            <pc:sldMk cId="1614118178" sldId="1984"/>
            <ac:spMk id="4" creationId="{974898EF-59D6-E49D-1C15-44B95CF1D155}"/>
          </ac:spMkLst>
        </pc:spChg>
        <pc:spChg chg="add">
          <ac:chgData name="Yadollah Yaghoobzadeh" userId="6e47bfdd41a25f50" providerId="LiveId" clId="{1425F82E-844D-4A7C-A9E8-5B733800248F}" dt="2025-05-04T07:40:48.417" v="265" actId="26606"/>
          <ac:spMkLst>
            <pc:docMk/>
            <pc:sldMk cId="1614118178" sldId="1984"/>
            <ac:spMk id="10" creationId="{C0763A76-9F1C-4FC5-82B7-DD475DA461B2}"/>
          </ac:spMkLst>
        </pc:spChg>
        <pc:spChg chg="add">
          <ac:chgData name="Yadollah Yaghoobzadeh" userId="6e47bfdd41a25f50" providerId="LiveId" clId="{1425F82E-844D-4A7C-A9E8-5B733800248F}" dt="2025-05-04T07:40:48.417" v="265" actId="26606"/>
          <ac:spMkLst>
            <pc:docMk/>
            <pc:sldMk cId="1614118178" sldId="1984"/>
            <ac:spMk id="12" creationId="{E81BF4F6-F2CF-4984-9D14-D6966D92F99F}"/>
          </ac:spMkLst>
        </pc:spChg>
        <pc:picChg chg="add">
          <ac:chgData name="Yadollah Yaghoobzadeh" userId="6e47bfdd41a25f50" providerId="LiveId" clId="{1425F82E-844D-4A7C-A9E8-5B733800248F}" dt="2025-05-04T07:40:48.417" v="265" actId="26606"/>
          <ac:picMkLst>
            <pc:docMk/>
            <pc:sldMk cId="1614118178" sldId="1984"/>
            <ac:picMk id="6" creationId="{D265C5B9-6C99-D50A-FD36-71E5C7FB9BE5}"/>
          </ac:picMkLst>
        </pc:picChg>
      </pc:sldChg>
      <pc:sldChg chg="modSp new del mod">
        <pc:chgData name="Yadollah Yaghoobzadeh" userId="6e47bfdd41a25f50" providerId="LiveId" clId="{1425F82E-844D-4A7C-A9E8-5B733800248F}" dt="2025-05-04T07:42:16.574" v="312" actId="47"/>
        <pc:sldMkLst>
          <pc:docMk/>
          <pc:sldMk cId="1153305422" sldId="1985"/>
        </pc:sldMkLst>
        <pc:spChg chg="mod">
          <ac:chgData name="Yadollah Yaghoobzadeh" userId="6e47bfdd41a25f50" providerId="LiveId" clId="{1425F82E-844D-4A7C-A9E8-5B733800248F}" dt="2025-05-04T07:42:13.897" v="311" actId="20577"/>
          <ac:spMkLst>
            <pc:docMk/>
            <pc:sldMk cId="1153305422" sldId="1985"/>
            <ac:spMk id="2" creationId="{6252CCBA-09A6-4C8B-B62F-CECB03A10BF6}"/>
          </ac:spMkLst>
        </pc:spChg>
      </pc:sldChg>
      <pc:sldChg chg="modSp new del mod">
        <pc:chgData name="Yadollah Yaghoobzadeh" userId="6e47bfdd41a25f50" providerId="LiveId" clId="{1425F82E-844D-4A7C-A9E8-5B733800248F}" dt="2025-05-04T07:42:03.524" v="304" actId="47"/>
        <pc:sldMkLst>
          <pc:docMk/>
          <pc:sldMk cId="2010788114" sldId="1985"/>
        </pc:sldMkLst>
        <pc:spChg chg="mod">
          <ac:chgData name="Yadollah Yaghoobzadeh" userId="6e47bfdd41a25f50" providerId="LiveId" clId="{1425F82E-844D-4A7C-A9E8-5B733800248F}" dt="2025-05-04T07:42:00.359" v="303" actId="20577"/>
          <ac:spMkLst>
            <pc:docMk/>
            <pc:sldMk cId="2010788114" sldId="1985"/>
            <ac:spMk id="2" creationId="{E1B9FC1B-8FFF-7E75-0386-30860D14BC86}"/>
          </ac:spMkLst>
        </pc:spChg>
      </pc:sldChg>
      <pc:sldChg chg="modSp new mod">
        <pc:chgData name="Yadollah Yaghoobzadeh" userId="6e47bfdd41a25f50" providerId="LiveId" clId="{1425F82E-844D-4A7C-A9E8-5B733800248F}" dt="2025-05-04T07:44:26.006" v="473" actId="20577"/>
        <pc:sldMkLst>
          <pc:docMk/>
          <pc:sldMk cId="3725335044" sldId="1985"/>
        </pc:sldMkLst>
        <pc:spChg chg="mod">
          <ac:chgData name="Yadollah Yaghoobzadeh" userId="6e47bfdd41a25f50" providerId="LiveId" clId="{1425F82E-844D-4A7C-A9E8-5B733800248F}" dt="2025-05-04T07:43:36.596" v="357" actId="27636"/>
          <ac:spMkLst>
            <pc:docMk/>
            <pc:sldMk cId="3725335044" sldId="1985"/>
            <ac:spMk id="2" creationId="{A0A2170A-152F-1C8C-662C-384848D03230}"/>
          </ac:spMkLst>
        </pc:spChg>
        <pc:spChg chg="mod">
          <ac:chgData name="Yadollah Yaghoobzadeh" userId="6e47bfdd41a25f50" providerId="LiveId" clId="{1425F82E-844D-4A7C-A9E8-5B733800248F}" dt="2025-05-04T07:44:26.006" v="473" actId="20577"/>
          <ac:spMkLst>
            <pc:docMk/>
            <pc:sldMk cId="3725335044" sldId="1985"/>
            <ac:spMk id="3" creationId="{E4FA71A9-1469-3896-7D5E-8188339F2859}"/>
          </ac:spMkLst>
        </pc:spChg>
      </pc:sldChg>
      <pc:sldChg chg="modSp new mod">
        <pc:chgData name="Yadollah Yaghoobzadeh" userId="6e47bfdd41a25f50" providerId="LiveId" clId="{1425F82E-844D-4A7C-A9E8-5B733800248F}" dt="2025-05-04T11:25:56.087" v="1583" actId="5793"/>
        <pc:sldMkLst>
          <pc:docMk/>
          <pc:sldMk cId="2001135621" sldId="1986"/>
        </pc:sldMkLst>
        <pc:spChg chg="mod">
          <ac:chgData name="Yadollah Yaghoobzadeh" userId="6e47bfdd41a25f50" providerId="LiveId" clId="{1425F82E-844D-4A7C-A9E8-5B733800248F}" dt="2025-05-04T07:44:49.883" v="486" actId="20577"/>
          <ac:spMkLst>
            <pc:docMk/>
            <pc:sldMk cId="2001135621" sldId="1986"/>
            <ac:spMk id="2" creationId="{B48DFD05-1EA4-293A-C4BC-7841C28D39F7}"/>
          </ac:spMkLst>
        </pc:spChg>
        <pc:spChg chg="mod">
          <ac:chgData name="Yadollah Yaghoobzadeh" userId="6e47bfdd41a25f50" providerId="LiveId" clId="{1425F82E-844D-4A7C-A9E8-5B733800248F}" dt="2025-05-04T11:25:56.087" v="1583" actId="5793"/>
          <ac:spMkLst>
            <pc:docMk/>
            <pc:sldMk cId="2001135621" sldId="1986"/>
            <ac:spMk id="3" creationId="{A15F3BE0-AAF7-5111-4E4D-08D25A081026}"/>
          </ac:spMkLst>
        </pc:spChg>
      </pc:sldChg>
      <pc:sldChg chg="modSp new mod">
        <pc:chgData name="Yadollah Yaghoobzadeh" userId="6e47bfdd41a25f50" providerId="LiveId" clId="{1425F82E-844D-4A7C-A9E8-5B733800248F}" dt="2025-05-04T07:46:57.616" v="794" actId="20577"/>
        <pc:sldMkLst>
          <pc:docMk/>
          <pc:sldMk cId="967746756" sldId="1987"/>
        </pc:sldMkLst>
        <pc:spChg chg="mod">
          <ac:chgData name="Yadollah Yaghoobzadeh" userId="6e47bfdd41a25f50" providerId="LiveId" clId="{1425F82E-844D-4A7C-A9E8-5B733800248F}" dt="2025-05-04T07:46:57.616" v="794" actId="20577"/>
          <ac:spMkLst>
            <pc:docMk/>
            <pc:sldMk cId="967746756" sldId="1987"/>
            <ac:spMk id="2" creationId="{3F315572-73A7-7609-CF4D-C19BB112C654}"/>
          </ac:spMkLst>
        </pc:spChg>
      </pc:sldChg>
      <pc:sldChg chg="addSp delSp modSp new mod">
        <pc:chgData name="Yadollah Yaghoobzadeh" userId="6e47bfdd41a25f50" providerId="LiveId" clId="{1425F82E-844D-4A7C-A9E8-5B733800248F}" dt="2025-05-04T09:00:16.185" v="978" actId="478"/>
        <pc:sldMkLst>
          <pc:docMk/>
          <pc:sldMk cId="3327392404" sldId="1988"/>
        </pc:sldMkLst>
        <pc:spChg chg="mod">
          <ac:chgData name="Yadollah Yaghoobzadeh" userId="6e47bfdd41a25f50" providerId="LiveId" clId="{1425F82E-844D-4A7C-A9E8-5B733800248F}" dt="2025-05-04T08:59:20.091" v="968" actId="20577"/>
          <ac:spMkLst>
            <pc:docMk/>
            <pc:sldMk cId="3327392404" sldId="1988"/>
            <ac:spMk id="2" creationId="{96604200-45BB-5A01-E821-E282CC1BD0D7}"/>
          </ac:spMkLst>
        </pc:spChg>
        <pc:spChg chg="del">
          <ac:chgData name="Yadollah Yaghoobzadeh" userId="6e47bfdd41a25f50" providerId="LiveId" clId="{1425F82E-844D-4A7C-A9E8-5B733800248F}" dt="2025-05-04T08:59:54.811" v="973" actId="478"/>
          <ac:spMkLst>
            <pc:docMk/>
            <pc:sldMk cId="3327392404" sldId="1988"/>
            <ac:spMk id="3" creationId="{EEFAE305-058D-8ADD-D448-1F0F0A0822EB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5" creationId="{31D3EBCA-C639-73B2-6277-1B05E1B65EC4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8" creationId="{FE577387-459D-6632-6BB8-2A8119793AF6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9" creationId="{9B8445CA-E1FF-4150-5C97-CFFC393673AD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10" creationId="{1D0805DD-49A4-9511-07CA-6A0E85C06885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35" creationId="{8BFE107D-A65E-A62B-3865-9A3E3EFA9686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36" creationId="{85B5FBCF-B032-224E-2810-A8543392B3C1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40" creationId="{8EFAFEA3-7E70-8EA9-17FE-8E4C45036AAF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47" creationId="{C1002713-1AF2-2979-F97A-CC635EF2C63A}"/>
          </ac:spMkLst>
        </pc:spChg>
        <pc:spChg chg="add mod">
          <ac:chgData name="Yadollah Yaghoobzadeh" userId="6e47bfdd41a25f50" providerId="LiveId" clId="{1425F82E-844D-4A7C-A9E8-5B733800248F}" dt="2025-05-04T08:59:48.399" v="972"/>
          <ac:spMkLst>
            <pc:docMk/>
            <pc:sldMk cId="3327392404" sldId="1988"/>
            <ac:spMk id="49" creationId="{B87AA2F2-561C-0B17-2444-E54BA466530C}"/>
          </ac:spMkLst>
        </pc:spChg>
        <pc:spChg chg="add del mod">
          <ac:chgData name="Yadollah Yaghoobzadeh" userId="6e47bfdd41a25f50" providerId="LiveId" clId="{1425F82E-844D-4A7C-A9E8-5B733800248F}" dt="2025-05-04T09:00:14.635" v="977" actId="478"/>
          <ac:spMkLst>
            <pc:docMk/>
            <pc:sldMk cId="3327392404" sldId="1988"/>
            <ac:spMk id="122" creationId="{7F837D76-9493-90E4-2E65-9615E4EF5054}"/>
          </ac:spMkLst>
        </pc:spChg>
        <pc:picChg chg="mod">
          <ac:chgData name="Yadollah Yaghoobzadeh" userId="6e47bfdd41a25f50" providerId="LiveId" clId="{1425F82E-844D-4A7C-A9E8-5B733800248F}" dt="2025-05-04T09:00:04.674" v="975" actId="1076"/>
          <ac:picMkLst>
            <pc:docMk/>
            <pc:sldMk cId="3327392404" sldId="1988"/>
            <ac:picMk id="65" creationId="{F97640F9-7135-2D8B-7859-2729200C02C7}"/>
          </ac:picMkLst>
        </pc:picChg>
        <pc:picChg chg="del">
          <ac:chgData name="Yadollah Yaghoobzadeh" userId="6e47bfdd41a25f50" providerId="LiveId" clId="{1425F82E-844D-4A7C-A9E8-5B733800248F}" dt="2025-05-04T09:00:16.185" v="978" actId="478"/>
          <ac:picMkLst>
            <pc:docMk/>
            <pc:sldMk cId="3327392404" sldId="1988"/>
            <ac:picMk id="121" creationId="{1E15E9F1-2BF8-0B90-CF25-C787950E6075}"/>
          </ac:picMkLst>
        </pc:picChg>
      </pc:sldChg>
      <pc:sldChg chg="modSp new mod">
        <pc:chgData name="Yadollah Yaghoobzadeh" userId="6e47bfdd41a25f50" providerId="LiveId" clId="{1425F82E-844D-4A7C-A9E8-5B733800248F}" dt="2025-05-04T08:58:39.973" v="962" actId="20577"/>
        <pc:sldMkLst>
          <pc:docMk/>
          <pc:sldMk cId="2961965348" sldId="1989"/>
        </pc:sldMkLst>
        <pc:spChg chg="mod">
          <ac:chgData name="Yadollah Yaghoobzadeh" userId="6e47bfdd41a25f50" providerId="LiveId" clId="{1425F82E-844D-4A7C-A9E8-5B733800248F}" dt="2025-05-04T08:58:31.990" v="960" actId="20577"/>
          <ac:spMkLst>
            <pc:docMk/>
            <pc:sldMk cId="2961965348" sldId="1989"/>
            <ac:spMk id="2" creationId="{E457E33D-1843-0CC8-33FB-E5F486ADC80D}"/>
          </ac:spMkLst>
        </pc:spChg>
        <pc:spChg chg="mod">
          <ac:chgData name="Yadollah Yaghoobzadeh" userId="6e47bfdd41a25f50" providerId="LiveId" clId="{1425F82E-844D-4A7C-A9E8-5B733800248F}" dt="2025-05-04T08:58:39.973" v="962" actId="20577"/>
          <ac:spMkLst>
            <pc:docMk/>
            <pc:sldMk cId="2961965348" sldId="1989"/>
            <ac:spMk id="3" creationId="{5A95E4E4-E7AF-E903-C6FE-A57BE1257B13}"/>
          </ac:spMkLst>
        </pc:spChg>
      </pc:sldChg>
      <pc:sldChg chg="addSp delSp modSp add del mod">
        <pc:chgData name="Yadollah Yaghoobzadeh" userId="6e47bfdd41a25f50" providerId="LiveId" clId="{1425F82E-844D-4A7C-A9E8-5B733800248F}" dt="2025-05-04T09:00:07.917" v="976" actId="47"/>
        <pc:sldMkLst>
          <pc:docMk/>
          <pc:sldMk cId="2563658879" sldId="1990"/>
        </pc:sldMkLst>
        <pc:spChg chg="del">
          <ac:chgData name="Yadollah Yaghoobzadeh" userId="6e47bfdd41a25f50" providerId="LiveId" clId="{1425F82E-844D-4A7C-A9E8-5B733800248F}" dt="2025-05-04T08:59:30.373" v="970" actId="478"/>
          <ac:spMkLst>
            <pc:docMk/>
            <pc:sldMk cId="2563658879" sldId="1990"/>
            <ac:spMk id="2" creationId="{66C297F8-8B4D-1A69-D569-CABD8A1C922C}"/>
          </ac:spMkLst>
        </pc:spChg>
        <pc:spChg chg="add del mod">
          <ac:chgData name="Yadollah Yaghoobzadeh" userId="6e47bfdd41a25f50" providerId="LiveId" clId="{1425F82E-844D-4A7C-A9E8-5B733800248F}" dt="2025-05-04T08:59:31.869" v="971" actId="478"/>
          <ac:spMkLst>
            <pc:docMk/>
            <pc:sldMk cId="2563658879" sldId="1990"/>
            <ac:spMk id="21" creationId="{FC5172D6-3FE7-0C13-46EB-A83D3ECEB2B8}"/>
          </ac:spMkLst>
        </pc:spChg>
      </pc:sldChg>
      <pc:sldChg chg="modSp add mod">
        <pc:chgData name="Yadollah Yaghoobzadeh" userId="6e47bfdd41a25f50" providerId="LiveId" clId="{1425F82E-844D-4A7C-A9E8-5B733800248F}" dt="2025-05-04T09:14:45.730" v="1203" actId="20577"/>
        <pc:sldMkLst>
          <pc:docMk/>
          <pc:sldMk cId="3362830898" sldId="1990"/>
        </pc:sldMkLst>
        <pc:spChg chg="mod">
          <ac:chgData name="Yadollah Yaghoobzadeh" userId="6e47bfdd41a25f50" providerId="LiveId" clId="{1425F82E-844D-4A7C-A9E8-5B733800248F}" dt="2025-05-04T09:14:45.730" v="1203" actId="20577"/>
          <ac:spMkLst>
            <pc:docMk/>
            <pc:sldMk cId="3362830898" sldId="1990"/>
            <ac:spMk id="3" creationId="{DF10A393-26AC-7FCB-9153-08252D87F7A0}"/>
          </ac:spMkLst>
        </pc:spChg>
      </pc:sldChg>
      <pc:sldChg chg="modSp new del mod">
        <pc:chgData name="Yadollah Yaghoobzadeh" userId="6e47bfdd41a25f50" providerId="LiveId" clId="{1425F82E-844D-4A7C-A9E8-5B733800248F}" dt="2025-05-04T09:03:25.873" v="1040" actId="2696"/>
        <pc:sldMkLst>
          <pc:docMk/>
          <pc:sldMk cId="4253992717" sldId="1990"/>
        </pc:sldMkLst>
        <pc:spChg chg="mod">
          <ac:chgData name="Yadollah Yaghoobzadeh" userId="6e47bfdd41a25f50" providerId="LiveId" clId="{1425F82E-844D-4A7C-A9E8-5B733800248F}" dt="2025-05-04T09:02:53.298" v="1011" actId="20577"/>
          <ac:spMkLst>
            <pc:docMk/>
            <pc:sldMk cId="4253992717" sldId="1990"/>
            <ac:spMk id="2" creationId="{968A31FC-FB1F-D3D7-3805-56100B8A49C5}"/>
          </ac:spMkLst>
        </pc:spChg>
        <pc:spChg chg="mod">
          <ac:chgData name="Yadollah Yaghoobzadeh" userId="6e47bfdd41a25f50" providerId="LiveId" clId="{1425F82E-844D-4A7C-A9E8-5B733800248F}" dt="2025-05-04T09:03:14.631" v="1039" actId="20577"/>
          <ac:spMkLst>
            <pc:docMk/>
            <pc:sldMk cId="4253992717" sldId="1990"/>
            <ac:spMk id="3" creationId="{DF10A393-26AC-7FCB-9153-08252D87F7A0}"/>
          </ac:spMkLst>
        </pc:spChg>
      </pc:sldChg>
      <pc:sldChg chg="modSp new mod">
        <pc:chgData name="Yadollah Yaghoobzadeh" userId="6e47bfdd41a25f50" providerId="LiveId" clId="{1425F82E-844D-4A7C-A9E8-5B733800248F}" dt="2025-05-04T09:08:02.410" v="1201" actId="20577"/>
        <pc:sldMkLst>
          <pc:docMk/>
          <pc:sldMk cId="3071484103" sldId="1991"/>
        </pc:sldMkLst>
        <pc:spChg chg="mod">
          <ac:chgData name="Yadollah Yaghoobzadeh" userId="6e47bfdd41a25f50" providerId="LiveId" clId="{1425F82E-844D-4A7C-A9E8-5B733800248F}" dt="2025-05-04T09:03:56.822" v="1045"/>
          <ac:spMkLst>
            <pc:docMk/>
            <pc:sldMk cId="3071484103" sldId="1991"/>
            <ac:spMk id="2" creationId="{8724D2B0-1EF8-68F5-B024-D962DD93A53A}"/>
          </ac:spMkLst>
        </pc:spChg>
        <pc:spChg chg="mod">
          <ac:chgData name="Yadollah Yaghoobzadeh" userId="6e47bfdd41a25f50" providerId="LiveId" clId="{1425F82E-844D-4A7C-A9E8-5B733800248F}" dt="2025-05-04T09:08:02.410" v="1201" actId="20577"/>
          <ac:spMkLst>
            <pc:docMk/>
            <pc:sldMk cId="3071484103" sldId="1991"/>
            <ac:spMk id="3" creationId="{BE67E538-039E-0F24-0FDD-9D2F7981EE78}"/>
          </ac:spMkLst>
        </pc:spChg>
      </pc:sldChg>
      <pc:sldChg chg="modSp new mod">
        <pc:chgData name="Yadollah Yaghoobzadeh" userId="6e47bfdd41a25f50" providerId="LiveId" clId="{1425F82E-844D-4A7C-A9E8-5B733800248F}" dt="2025-05-04T09:20:29.239" v="1554" actId="20577"/>
        <pc:sldMkLst>
          <pc:docMk/>
          <pc:sldMk cId="150777465" sldId="1992"/>
        </pc:sldMkLst>
        <pc:spChg chg="mod">
          <ac:chgData name="Yadollah Yaghoobzadeh" userId="6e47bfdd41a25f50" providerId="LiveId" clId="{1425F82E-844D-4A7C-A9E8-5B733800248F}" dt="2025-05-04T09:18:26.492" v="1263" actId="20577"/>
          <ac:spMkLst>
            <pc:docMk/>
            <pc:sldMk cId="150777465" sldId="1992"/>
            <ac:spMk id="2" creationId="{585AD0ED-2483-BDF8-FB00-DF44E7CC7020}"/>
          </ac:spMkLst>
        </pc:spChg>
        <pc:spChg chg="mod">
          <ac:chgData name="Yadollah Yaghoobzadeh" userId="6e47bfdd41a25f50" providerId="LiveId" clId="{1425F82E-844D-4A7C-A9E8-5B733800248F}" dt="2025-05-04T09:20:29.239" v="1554" actId="20577"/>
          <ac:spMkLst>
            <pc:docMk/>
            <pc:sldMk cId="150777465" sldId="1992"/>
            <ac:spMk id="3" creationId="{9DDA02BF-6CD5-837B-F5F9-CEBA9B80AE6A}"/>
          </ac:spMkLst>
        </pc:spChg>
      </pc:sldChg>
      <pc:sldChg chg="new del">
        <pc:chgData name="Yadollah Yaghoobzadeh" userId="6e47bfdd41a25f50" providerId="LiveId" clId="{1425F82E-844D-4A7C-A9E8-5B733800248F}" dt="2025-05-04T11:19:30.196" v="1582" actId="47"/>
        <pc:sldMkLst>
          <pc:docMk/>
          <pc:sldMk cId="1065033607" sldId="1993"/>
        </pc:sldMkLst>
      </pc:sldChg>
      <pc:sldMasterChg chg="delSldLayout modSldLayout">
        <pc:chgData name="Yadollah Yaghoobzadeh" userId="6e47bfdd41a25f50" providerId="LiveId" clId="{1425F82E-844D-4A7C-A9E8-5B733800248F}" dt="2025-05-04T09:03:25.873" v="1040" actId="2696"/>
        <pc:sldMasterMkLst>
          <pc:docMk/>
          <pc:sldMasterMk cId="171950421" sldId="2147483779"/>
        </pc:sldMasterMkLst>
        <pc:sldLayoutChg chg="modSp mod">
          <pc:chgData name="Yadollah Yaghoobzadeh" userId="6e47bfdd41a25f50" providerId="LiveId" clId="{1425F82E-844D-4A7C-A9E8-5B733800248F}" dt="2025-05-04T07:38:03.016" v="49" actId="20577"/>
          <pc:sldLayoutMkLst>
            <pc:docMk/>
            <pc:sldMasterMk cId="171950421" sldId="2147483779"/>
            <pc:sldLayoutMk cId="367002956" sldId="2147483791"/>
          </pc:sldLayoutMkLst>
          <pc:spChg chg="mod">
            <ac:chgData name="Yadollah Yaghoobzadeh" userId="6e47bfdd41a25f50" providerId="LiveId" clId="{1425F82E-844D-4A7C-A9E8-5B733800248F}" dt="2025-05-04T07:38:03.016" v="49" actId="20577"/>
            <ac:spMkLst>
              <pc:docMk/>
              <pc:sldMasterMk cId="171950421" sldId="2147483779"/>
              <pc:sldLayoutMk cId="367002956" sldId="2147483791"/>
              <ac:spMk id="3" creationId="{589C87D7-4FFF-3090-7978-ACE9D0723D25}"/>
            </ac:spMkLst>
          </pc:spChg>
        </pc:sldLayoutChg>
        <pc:sldLayoutChg chg="del">
          <pc:chgData name="Yadollah Yaghoobzadeh" userId="6e47bfdd41a25f50" providerId="LiveId" clId="{1425F82E-844D-4A7C-A9E8-5B733800248F}" dt="2025-05-04T09:03:25.873" v="1040" actId="2696"/>
          <pc:sldLayoutMkLst>
            <pc:docMk/>
            <pc:sldMasterMk cId="171950421" sldId="2147483779"/>
            <pc:sldLayoutMk cId="1259751944" sldId="214748379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1928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5" name="TextShape 2"/>
          <p:cNvSpPr txBox="1"/>
          <p:nvPr/>
        </p:nvSpPr>
        <p:spPr>
          <a:xfrm>
            <a:off x="4143240" y="9120240"/>
            <a:ext cx="3169800" cy="47916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0B222A82-AB77-4773-B2AF-5D7192838388}" type="slidenum">
              <a:rPr lang="en-US" sz="13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t>8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6016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1" name="Shape 6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713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1" name="Shape 6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80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1" name="Shape 6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45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0" name="Shape 6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2655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229595904_0_144:notes"/>
          <p:cNvSpPr txBox="1">
            <a:spLocks noGrp="1"/>
          </p:cNvSpPr>
          <p:nvPr>
            <p:ph type="body" idx="1"/>
          </p:nvPr>
        </p:nvSpPr>
        <p:spPr>
          <a:xfrm>
            <a:off x="708750" y="4836686"/>
            <a:ext cx="5669700" cy="458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2229595904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773113"/>
            <a:ext cx="6789738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2229595904_0_488:notes"/>
          <p:cNvSpPr txBox="1">
            <a:spLocks noGrp="1"/>
          </p:cNvSpPr>
          <p:nvPr>
            <p:ph type="body" idx="1"/>
          </p:nvPr>
        </p:nvSpPr>
        <p:spPr>
          <a:xfrm>
            <a:off x="708750" y="4836686"/>
            <a:ext cx="5669700" cy="458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g32229595904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773113"/>
            <a:ext cx="6789738" cy="381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3361-214D-C589-BB67-8E658B24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B0F7-2246-AF5F-F1CC-47C98F52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C97-F6FA-F89B-C4E0-81CA706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8D10-3BA3-A099-49CF-9EA2662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8B7C-BF35-6C55-1052-93A36ECB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900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F6C6-401D-5425-C0A4-8FE4DA11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295"/>
          </a:xfrm>
        </p:spPr>
        <p:txBody>
          <a:bodyPr/>
          <a:lstStyle>
            <a:lvl1pPr>
              <a:defRPr>
                <a:latin typeface="Quattrocento" panose="020205020300000004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3273-5B2F-F348-2D10-D63AB85D6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240"/>
            <a:ext cx="10515600" cy="46377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17AC-443B-9E07-2392-539FBB76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793-CFA8-FEDB-D11F-5F72B7FD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105B-B082-DEB1-15F6-3F025A5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61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B3F-3F9C-5D87-8DD0-E995E61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A28A-090E-AE89-C146-99E1DEDA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CAB-8C83-10DE-C6D3-2604F3E0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5B0F-09FE-404F-752B-3EE560F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7EA-197A-9433-DFCA-D96DA62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00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02D6-69B1-942B-4B8C-67EFF5D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DD98-0DE0-18F6-7E4C-F755EB3BF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16E7-0806-BAC4-7810-34F259546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747F-CBDF-4B64-A08D-D6C3BE6B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35A1-B968-3972-56E5-D67F8D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6EDA-FB05-1961-D261-EAA387FE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38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B86D-5C31-DD23-C282-F82AB1B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0224-3576-16FF-266D-3E5C35F5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5D63-DC12-3CEB-FA76-74F858E8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70A42-54C2-749E-25C4-CE66CB8DC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41A4-9ED6-DAB5-754B-3198AD181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D52E5-6BC8-B35A-18B5-246634B7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598BD-D6D2-DD3E-1747-6F2280A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2C19E-91C2-5904-DAD3-CCCA76F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7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C76A-F0F6-25F4-7BE3-6D326176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" y="83185"/>
            <a:ext cx="10515600" cy="930275"/>
          </a:xfrm>
        </p:spPr>
        <p:txBody>
          <a:bodyPr/>
          <a:lstStyle>
            <a:lvl1pPr>
              <a:defRPr>
                <a:latin typeface="Quattrocento" panose="020205020300000004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E98-8169-8BDC-EC32-6F710B7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1591A-0EB3-08C2-C0DE-25BC26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1107-8C69-EA41-F68A-EC63673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28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DDF2-DC4D-306E-FC80-2D6A949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CCC7-F623-557C-DC89-9358813A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777E2-B664-49AA-95D4-B71F55B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15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9EB7-E045-76E3-BC5C-EB336FC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2F1C-9821-EDB9-5009-139C589E8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DFBFD-83FD-FAFC-B801-96B495A4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D51F-0410-6C16-3EA6-6D3F1AFD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B25D-9EB8-A6CF-4866-61594ABC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E9A7-37F4-6E0C-0815-40E3124B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159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952-7749-E6DB-EF47-FDBE96C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9A48-FDC1-C4F3-46AC-1FA20FB4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E33-1DF1-5686-7F73-35219511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B978-907C-0C2A-9C78-982A826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69E1-6044-8D1B-53D1-D643E25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D55A-8664-6338-8F75-12F02BD2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35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E231-7FAB-82F4-8201-B079B58C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3EC12-794D-AD7E-6AEA-9E37C9007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F860-D40A-6EC3-02A8-066BD59B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BBA6-E492-6923-0436-215CC79F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3ED5-F4FC-B723-1BB3-8642C49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2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036E-50B2-3321-E490-0902DA60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B259-B0D7-59EF-3B28-A55324B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A0B7-F973-6C40-D8FE-E28C1286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1DF1-0D03-32CD-F449-B6A696F0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9AF6-8E8A-C214-605E-EF7B59BD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52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728288" y="4828847"/>
            <a:ext cx="37080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1404</a:t>
            </a:r>
          </a:p>
        </p:txBody>
      </p:sp>
      <p:pic>
        <p:nvPicPr>
          <p:cNvPr id="4" name="Picture 2" descr="Image result for دانشگاه تهران">
            <a:extLst>
              <a:ext uri="{FF2B5EF4-FFF2-40B4-BE49-F238E27FC236}">
                <a16:creationId xmlns:a16="http://schemas.microsoft.com/office/drawing/2014/main" id="{7B480D54-482B-1D2F-B9B7-FB05A8D070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دانشکده فنی لوگو">
            <a:extLst>
              <a:ext uri="{FF2B5EF4-FFF2-40B4-BE49-F238E27FC236}">
                <a16:creationId xmlns:a16="http://schemas.microsoft.com/office/drawing/2014/main" id="{3AE0D506-25C6-C41D-6D35-A3D7B6CC16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BA34D2-DB34-C646-62AA-94CE18017516}"/>
              </a:ext>
            </a:extLst>
          </p:cNvPr>
          <p:cNvSpPr/>
          <p:nvPr userDrawn="1"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</p:spTree>
    <p:extLst>
      <p:ext uri="{BB962C8B-B14F-4D97-AF65-F5344CB8AC3E}">
        <p14:creationId xmlns:p14="http://schemas.microsoft.com/office/powerpoint/2010/main" val="36700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 1">
  <p:cSld name="Roadmap 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4" name="Google Shape;214;p36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217" name="Google Shape;217;p36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36"/>
          <p:cNvSpPr txBox="1"/>
          <p:nvPr/>
        </p:nvSpPr>
        <p:spPr>
          <a:xfrm>
            <a:off x="237233" y="5424000"/>
            <a:ext cx="5544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Lecture 1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6</a:t>
            </a: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Data 100 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Fall 2023</a:t>
            </a:r>
            <a:endParaRPr sz="2133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773349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5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063605" y="5323800"/>
            <a:ext cx="40636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/>
          <p:nvPr/>
        </p:nvSpPr>
        <p:spPr>
          <a:xfrm>
            <a:off x="8128361" y="5323800"/>
            <a:ext cx="40636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1" y="5323800"/>
            <a:ext cx="40636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67" y="6440375"/>
            <a:ext cx="121920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2253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5717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-Content">
  <p:cSld name="1_Title-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0" cy="9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11515410" y="6492876"/>
            <a:ext cx="676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23"/>
          <p:cNvCxnSpPr/>
          <p:nvPr/>
        </p:nvCxnSpPr>
        <p:spPr>
          <a:xfrm>
            <a:off x="266699" y="990600"/>
            <a:ext cx="98361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3330"/>
              </a:srgbClr>
            </a:outerShdw>
          </a:effectLst>
        </p:spPr>
      </p:cxnSp>
      <p:sp>
        <p:nvSpPr>
          <p:cNvPr id="38" name="Google Shape;38;p23"/>
          <p:cNvSpPr/>
          <p:nvPr/>
        </p:nvSpPr>
        <p:spPr>
          <a:xfrm>
            <a:off x="228600" y="6488668"/>
            <a:ext cx="1816200" cy="340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— Fall 1403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52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D482A-0729-0447-26C4-795EBAD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21285"/>
            <a:ext cx="110642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DAD-2755-489C-8030-9E6C1657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592580"/>
            <a:ext cx="11064240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2E5-BE66-F442-C39E-1AE4C134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8160" y="63617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62B0-8688-5A07-2529-503B41A7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B2D0-FAA3-EF81-D7F0-E449C5863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3" r:id="rId13"/>
    <p:sldLayoutId id="2147483795" r:id="rId14"/>
    <p:sldLayoutId id="2147483796" r:id="rId15"/>
    <p:sldLayoutId id="214748379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18" Type="http://schemas.openxmlformats.org/officeDocument/2006/relationships/image" Target="../media/image27.emf"/><Relationship Id="rId3" Type="http://schemas.openxmlformats.org/officeDocument/2006/relationships/image" Target="../media/image12.emf"/><Relationship Id="rId21" Type="http://schemas.openxmlformats.org/officeDocument/2006/relationships/image" Target="../media/image30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emf"/><Relationship Id="rId2" Type="http://schemas.openxmlformats.org/officeDocument/2006/relationships/image" Target="../media/image11.emf"/><Relationship Id="rId16" Type="http://schemas.openxmlformats.org/officeDocument/2006/relationships/image" Target="../media/image25.emf"/><Relationship Id="rId20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24" Type="http://schemas.openxmlformats.org/officeDocument/2006/relationships/image" Target="../media/image33.emf"/><Relationship Id="rId5" Type="http://schemas.openxmlformats.org/officeDocument/2006/relationships/image" Target="../media/image14.emf"/><Relationship Id="rId15" Type="http://schemas.openxmlformats.org/officeDocument/2006/relationships/image" Target="../media/image24.emf"/><Relationship Id="rId23" Type="http://schemas.openxmlformats.org/officeDocument/2006/relationships/image" Target="../media/image32.emf"/><Relationship Id="rId10" Type="http://schemas.openxmlformats.org/officeDocument/2006/relationships/image" Target="../media/image19.emf"/><Relationship Id="rId19" Type="http://schemas.openxmlformats.org/officeDocument/2006/relationships/image" Target="../media/image28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Relationship Id="rId22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18" Type="http://schemas.openxmlformats.org/officeDocument/2006/relationships/image" Target="../media/image27.emf"/><Relationship Id="rId3" Type="http://schemas.openxmlformats.org/officeDocument/2006/relationships/image" Target="../media/image12.emf"/><Relationship Id="rId21" Type="http://schemas.openxmlformats.org/officeDocument/2006/relationships/image" Target="../media/image30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emf"/><Relationship Id="rId2" Type="http://schemas.openxmlformats.org/officeDocument/2006/relationships/image" Target="../media/image11.emf"/><Relationship Id="rId16" Type="http://schemas.openxmlformats.org/officeDocument/2006/relationships/image" Target="../media/image25.emf"/><Relationship Id="rId20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24" Type="http://schemas.openxmlformats.org/officeDocument/2006/relationships/image" Target="../media/image33.emf"/><Relationship Id="rId5" Type="http://schemas.openxmlformats.org/officeDocument/2006/relationships/image" Target="../media/image14.emf"/><Relationship Id="rId15" Type="http://schemas.openxmlformats.org/officeDocument/2006/relationships/image" Target="../media/image24.emf"/><Relationship Id="rId23" Type="http://schemas.openxmlformats.org/officeDocument/2006/relationships/image" Target="../media/image32.emf"/><Relationship Id="rId10" Type="http://schemas.openxmlformats.org/officeDocument/2006/relationships/image" Target="../media/image19.emf"/><Relationship Id="rId19" Type="http://schemas.openxmlformats.org/officeDocument/2006/relationships/image" Target="../media/image28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Relationship Id="rId22" Type="http://schemas.openxmlformats.org/officeDocument/2006/relationships/image" Target="../media/image3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18" Type="http://schemas.openxmlformats.org/officeDocument/2006/relationships/image" Target="../media/image3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17" Type="http://schemas.openxmlformats.org/officeDocument/2006/relationships/image" Target="../media/image29.emf"/><Relationship Id="rId2" Type="http://schemas.openxmlformats.org/officeDocument/2006/relationships/image" Target="../media/image14.emf"/><Relationship Id="rId16" Type="http://schemas.openxmlformats.org/officeDocument/2006/relationships/image" Target="../media/image28.emf"/><Relationship Id="rId20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27.emf"/><Relationship Id="rId10" Type="http://schemas.openxmlformats.org/officeDocument/2006/relationships/image" Target="../media/image22.emf"/><Relationship Id="rId19" Type="http://schemas.openxmlformats.org/officeDocument/2006/relationships/image" Target="../media/image31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" sz="4000" dirty="0">
                <a:latin typeface="Consolas" panose="020B0609020204030204" pitchFamily="49" charset="0"/>
                <a:sym typeface="Consolas"/>
              </a:rPr>
              <a:t>Deep Neural Networks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23135-EE98-5CFA-F8EF-075EFEFD297D}"/>
              </a:ext>
            </a:extLst>
          </p:cNvPr>
          <p:cNvSpPr txBox="1"/>
          <p:nvPr/>
        </p:nvSpPr>
        <p:spPr>
          <a:xfrm>
            <a:off x="-237867" y="6488668"/>
            <a:ext cx="6098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latin typeface="Calibri"/>
                <a:cs typeface="Calibri"/>
              </a:rPr>
              <a:t>From CS188, FA18, UC Berkeley: http://</a:t>
            </a:r>
            <a:r>
              <a:rPr lang="en-US" sz="1200" dirty="0" err="1">
                <a:latin typeface="Calibri"/>
                <a:cs typeface="Calibri"/>
              </a:rPr>
              <a:t>ai.berkeley.edu</a:t>
            </a:r>
            <a:r>
              <a:rPr lang="en-US" sz="1200" dirty="0"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85483-B7BE-A11A-D0AE-2C1AB10B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295"/>
          </a:xfrm>
        </p:spPr>
        <p:txBody>
          <a:bodyPr anchor="ctr">
            <a:normAutofit/>
          </a:bodyPr>
          <a:lstStyle/>
          <a:p>
            <a:r>
              <a:rPr lang="en-US"/>
              <a:t>Deep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898EF-59D6-E49D-1C15-44B95CF1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240"/>
            <a:ext cx="10515600" cy="46377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Multi-layer artificial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61411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01010 data lines to infinity">
            <a:extLst>
              <a:ext uri="{FF2B5EF4-FFF2-40B4-BE49-F238E27FC236}">
                <a16:creationId xmlns:a16="http://schemas.microsoft.com/office/drawing/2014/main" id="{46855BDF-BC0D-B785-B98B-D31957C8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08" r="19504" b="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CD4822-3E67-EF14-FFBC-BF1058C6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295"/>
          </a:xfrm>
        </p:spPr>
        <p:txBody>
          <a:bodyPr anchor="ctr">
            <a:normAutofit/>
          </a:bodyPr>
          <a:lstStyle/>
          <a:p>
            <a:r>
              <a:rPr lang="en-US"/>
              <a:t>Rise of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16061-6360-ECF9-5935-E7A13D47E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240"/>
            <a:ext cx="10515600" cy="4637723"/>
          </a:xfrm>
        </p:spPr>
        <p:txBody>
          <a:bodyPr anchor="ctr">
            <a:normAutofit/>
          </a:bodyPr>
          <a:lstStyle/>
          <a:p>
            <a:r>
              <a:rPr lang="en-US"/>
              <a:t>Data</a:t>
            </a:r>
          </a:p>
          <a:p>
            <a:r>
              <a:rPr lang="en-US"/>
              <a:t>Compute</a:t>
            </a:r>
          </a:p>
          <a:p>
            <a:r>
              <a:rPr lang="en-US"/>
              <a:t>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AB88B-19A6-87C3-CF83-07C2CE3A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89D00882-420D-446F-B065-6675A463A27F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1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32E4-98CA-B486-EF5D-6B3A6E47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38CE-D194-E4CD-267B-66D0B0FA7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its position </a:t>
            </a:r>
            <a:r>
              <a:rPr lang="en-US" dirty="0" err="1"/>
              <a:t>wrt</a:t>
            </a:r>
            <a:r>
              <a:rPr lang="en-US" dirty="0"/>
              <a:t> to ML and AI?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DFF42-8401-3950-856A-1738BC2A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2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170A-152F-1C8C-662C-384848D0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differences with other ML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71A9-1469-3896-7D5E-8188339F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learns the features itself </a:t>
            </a:r>
          </a:p>
          <a:p>
            <a:r>
              <a:rPr lang="en-US" dirty="0"/>
              <a:t>It is scalable and learn from any large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02972-BE67-AFCD-1686-8465BBE5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FD05-1EA4-293A-C4BC-7841C28D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F3BE0-AAF7-5111-4E4D-08D25A081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Natural language processing</a:t>
            </a:r>
          </a:p>
          <a:p>
            <a:pPr lvl="1"/>
            <a:r>
              <a:rPr lang="en-US" dirty="0"/>
              <a:t>Machine translation 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Sentiment analysis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Large language models </a:t>
            </a:r>
          </a:p>
          <a:p>
            <a:r>
              <a:rPr lang="en-US" dirty="0">
                <a:sym typeface="Wingdings" panose="05000000000000000000" pitchFamily="2" charset="2"/>
              </a:rPr>
              <a:t>Computer vision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Image captioning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Image generation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Image classification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Image segmentation</a:t>
            </a:r>
          </a:p>
          <a:p>
            <a:r>
              <a:rPr lang="en-US" dirty="0">
                <a:sym typeface="Wingdings" panose="05000000000000000000" pitchFamily="2" charset="2"/>
              </a:rPr>
              <a:t>Recommendation systems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0945E-D95E-9AE6-F36C-5EECF2D7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FA87-9A92-A44D-9271-6884A23C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well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AC97C-4751-614D-A250-C30A39CB6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2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0" y="-25560"/>
            <a:ext cx="121917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pic>
        <p:nvPicPr>
          <p:cNvPr id="208" name="Picture 6"/>
          <p:cNvPicPr/>
          <p:nvPr/>
        </p:nvPicPr>
        <p:blipFill>
          <a:blip r:embed="rId3"/>
          <a:stretch/>
        </p:blipFill>
        <p:spPr>
          <a:xfrm>
            <a:off x="3733920" y="1219320"/>
            <a:ext cx="15773040" cy="105152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512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645"/>
          <p:cNvSpPr txBox="1">
            <a:spLocks noGrp="1"/>
          </p:cNvSpPr>
          <p:nvPr>
            <p:ph type="title"/>
          </p:nvPr>
        </p:nvSpPr>
        <p:spPr>
          <a:xfrm>
            <a:off x="609600" y="-228600"/>
            <a:ext cx="10972800" cy="1143200"/>
          </a:xfrm>
          <a:prstGeom prst="rect">
            <a:avLst/>
          </a:prstGeom>
        </p:spPr>
        <p:txBody>
          <a:bodyPr vert="horz" wrap="square" lIns="121857" tIns="121857" rIns="121857" bIns="121857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b="0" dirty="0"/>
              <a:t>Performance</a:t>
            </a:r>
            <a:endParaRPr lang="en" b="0" dirty="0"/>
          </a:p>
        </p:txBody>
      </p:sp>
      <p:pic>
        <p:nvPicPr>
          <p:cNvPr id="646" name="Shape 6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103" y="914417"/>
            <a:ext cx="8476500" cy="59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Shape 648"/>
          <p:cNvSpPr txBox="1"/>
          <p:nvPr/>
        </p:nvSpPr>
        <p:spPr>
          <a:xfrm>
            <a:off x="10261600" y="6273822"/>
            <a:ext cx="1944365" cy="367199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en" sz="1600" i="1" dirty="0"/>
              <a:t>graph credit Matt Zeiler, Clarifai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620000" y="4749800"/>
            <a:ext cx="2032000" cy="1016000"/>
          </a:xfrm>
          <a:prstGeom prst="rect">
            <a:avLst/>
          </a:prstGeom>
          <a:solidFill>
            <a:schemeClr val="accent4">
              <a:lumMod val="85000"/>
              <a:lumOff val="15000"/>
            </a:schemeClr>
          </a:solidFill>
          <a:ln w="63500" algn="ctr">
            <a:noFill/>
            <a:round/>
            <a:headEnd/>
            <a:tailEnd/>
          </a:ln>
        </p:spPr>
        <p:txBody>
          <a:bodyPr wrap="square" lIns="121877" tIns="60939" rIns="121877" bIns="60939" rtlCol="0" anchor="ctr">
            <a:no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9" name="Shape 647"/>
          <p:cNvSpPr txBox="1"/>
          <p:nvPr/>
        </p:nvSpPr>
        <p:spPr>
          <a:xfrm>
            <a:off x="6051200" y="5219400"/>
            <a:ext cx="1264000" cy="546400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333" dirty="0">
                <a:solidFill>
                  <a:schemeClr val="lt1"/>
                </a:solidFill>
              </a:rPr>
              <a:t>AlexNet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3352800" y="4749800"/>
            <a:ext cx="6604000" cy="101600"/>
          </a:xfrm>
          <a:prstGeom prst="line">
            <a:avLst/>
          </a:prstGeom>
          <a:noFill/>
          <a:ln w="12700" cap="flat" cmpd="sng" algn="ctr">
            <a:solidFill>
              <a:srgbClr val="36CE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33953420"/>
      </p:ext>
    </p:extLst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645"/>
          <p:cNvSpPr txBox="1">
            <a:spLocks noGrp="1"/>
          </p:cNvSpPr>
          <p:nvPr>
            <p:ph type="title"/>
          </p:nvPr>
        </p:nvSpPr>
        <p:spPr>
          <a:xfrm>
            <a:off x="609600" y="-228600"/>
            <a:ext cx="10972800" cy="1143200"/>
          </a:xfrm>
          <a:prstGeom prst="rect">
            <a:avLst/>
          </a:prstGeom>
        </p:spPr>
        <p:txBody>
          <a:bodyPr vert="horz" wrap="square" lIns="121857" tIns="121857" rIns="121857" bIns="121857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b="0" dirty="0"/>
              <a:t>Performance</a:t>
            </a:r>
            <a:endParaRPr lang="en" b="0" dirty="0"/>
          </a:p>
        </p:txBody>
      </p:sp>
      <p:pic>
        <p:nvPicPr>
          <p:cNvPr id="646" name="Shape 6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103" y="914417"/>
            <a:ext cx="8476500" cy="59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Shape 648"/>
          <p:cNvSpPr txBox="1"/>
          <p:nvPr/>
        </p:nvSpPr>
        <p:spPr>
          <a:xfrm>
            <a:off x="10261600" y="6273822"/>
            <a:ext cx="1944365" cy="367199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en" sz="1600" i="1" dirty="0"/>
              <a:t>graph credit Matt Zeiler, Clarifai</a:t>
            </a:r>
          </a:p>
        </p:txBody>
      </p:sp>
      <p:sp>
        <p:nvSpPr>
          <p:cNvPr id="9" name="Shape 647"/>
          <p:cNvSpPr txBox="1"/>
          <p:nvPr/>
        </p:nvSpPr>
        <p:spPr>
          <a:xfrm>
            <a:off x="6051200" y="5219400"/>
            <a:ext cx="1264000" cy="546400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333" dirty="0">
                <a:solidFill>
                  <a:schemeClr val="lt1"/>
                </a:solidFill>
              </a:rPr>
              <a:t>AlexNet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3352800" y="4749800"/>
            <a:ext cx="6604000" cy="101600"/>
          </a:xfrm>
          <a:prstGeom prst="line">
            <a:avLst/>
          </a:prstGeom>
          <a:noFill/>
          <a:ln w="12700" cap="flat" cmpd="sng" algn="ctr">
            <a:solidFill>
              <a:srgbClr val="36CE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139667"/>
      </p:ext>
    </p:extLst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645"/>
          <p:cNvSpPr txBox="1">
            <a:spLocks noGrp="1"/>
          </p:cNvSpPr>
          <p:nvPr>
            <p:ph type="title"/>
          </p:nvPr>
        </p:nvSpPr>
        <p:spPr>
          <a:xfrm>
            <a:off x="609600" y="-228600"/>
            <a:ext cx="10972800" cy="1143200"/>
          </a:xfrm>
          <a:prstGeom prst="rect">
            <a:avLst/>
          </a:prstGeom>
        </p:spPr>
        <p:txBody>
          <a:bodyPr vert="horz" wrap="square" lIns="121857" tIns="121857" rIns="121857" bIns="121857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b="0" dirty="0"/>
              <a:t>Performance</a:t>
            </a:r>
            <a:endParaRPr lang="en" b="0" dirty="0"/>
          </a:p>
        </p:txBody>
      </p:sp>
      <p:pic>
        <p:nvPicPr>
          <p:cNvPr id="646" name="Shape 6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103" y="914417"/>
            <a:ext cx="8476500" cy="59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Shape 648"/>
          <p:cNvSpPr txBox="1"/>
          <p:nvPr/>
        </p:nvSpPr>
        <p:spPr>
          <a:xfrm>
            <a:off x="10261600" y="6273822"/>
            <a:ext cx="1944365" cy="367199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en" sz="1600" i="1" dirty="0"/>
              <a:t>graph credit Matt Zeiler, Clarifai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352800" y="4749800"/>
            <a:ext cx="6604000" cy="101600"/>
          </a:xfrm>
          <a:prstGeom prst="line">
            <a:avLst/>
          </a:prstGeom>
          <a:noFill/>
          <a:ln w="12700" cap="flat" cmpd="sng" algn="ctr">
            <a:solidFill>
              <a:srgbClr val="36CE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6400800" y="5257800"/>
            <a:ext cx="3454400" cy="508000"/>
          </a:xfrm>
          <a:prstGeom prst="line">
            <a:avLst/>
          </a:prstGeom>
          <a:noFill/>
          <a:ln w="127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hape 647"/>
          <p:cNvSpPr txBox="1"/>
          <p:nvPr/>
        </p:nvSpPr>
        <p:spPr>
          <a:xfrm>
            <a:off x="6051200" y="5219400"/>
            <a:ext cx="1264000" cy="546400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333" dirty="0">
                <a:solidFill>
                  <a:schemeClr val="lt1"/>
                </a:solidFill>
              </a:rPr>
              <a:t>AlexNet</a:t>
            </a:r>
          </a:p>
        </p:txBody>
      </p:sp>
    </p:spTree>
    <p:extLst>
      <p:ext uri="{BB962C8B-B14F-4D97-AF65-F5344CB8AC3E}">
        <p14:creationId xmlns:p14="http://schemas.microsoft.com/office/powerpoint/2010/main" val="189587223"/>
      </p:ext>
    </p:extLst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653"/>
          <p:cNvSpPr txBox="1">
            <a:spLocks noGrp="1"/>
          </p:cNvSpPr>
          <p:nvPr>
            <p:ph type="title"/>
          </p:nvPr>
        </p:nvSpPr>
        <p:spPr>
          <a:xfrm>
            <a:off x="609600" y="-254200"/>
            <a:ext cx="10972800" cy="1143200"/>
          </a:xfrm>
          <a:prstGeom prst="rect">
            <a:avLst/>
          </a:prstGeom>
        </p:spPr>
        <p:txBody>
          <a:bodyPr vert="horz" wrap="square" lIns="121857" tIns="121857" rIns="121857" bIns="121857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" b="0" dirty="0"/>
              <a:t>Speech Recognition</a:t>
            </a:r>
          </a:p>
        </p:txBody>
      </p:sp>
      <p:pic>
        <p:nvPicPr>
          <p:cNvPr id="654" name="Shape 6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68" y="1464589"/>
            <a:ext cx="7683365" cy="539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Shape 6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0467" y="1362967"/>
            <a:ext cx="3873500" cy="26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Shape 6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2867" y="4152900"/>
            <a:ext cx="3721100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Shape 657"/>
          <p:cNvSpPr txBox="1"/>
          <p:nvPr/>
        </p:nvSpPr>
        <p:spPr>
          <a:xfrm>
            <a:off x="7855255" y="6413689"/>
            <a:ext cx="4157999" cy="367199"/>
          </a:xfrm>
          <a:prstGeom prst="rect">
            <a:avLst/>
          </a:prstGeom>
          <a:noFill/>
          <a:ln>
            <a:noFill/>
          </a:ln>
        </p:spPr>
        <p:txBody>
          <a:bodyPr lIns="121857" tIns="121857" rIns="121857" bIns="121857" anchor="t" anchorCtr="0">
            <a:noAutofit/>
          </a:bodyPr>
          <a:lstStyle/>
          <a:p>
            <a:pPr algn="r">
              <a:spcBef>
                <a:spcPts val="0"/>
              </a:spcBef>
            </a:pPr>
            <a:r>
              <a:rPr lang="en" sz="1600" i="1"/>
              <a:t>graph credit Matt Zeiler, Clarifai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914400" y="4953000"/>
            <a:ext cx="6908800" cy="203200"/>
          </a:xfrm>
          <a:prstGeom prst="line">
            <a:avLst/>
          </a:prstGeom>
          <a:noFill/>
          <a:ln w="12700" cap="flat" cmpd="sng" algn="ctr">
            <a:solidFill>
              <a:srgbClr val="36CE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5892800" y="4953000"/>
            <a:ext cx="1422400" cy="1016000"/>
          </a:xfrm>
          <a:prstGeom prst="line">
            <a:avLst/>
          </a:prstGeom>
          <a:noFill/>
          <a:ln w="127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3564580"/>
      </p:ext>
    </p:extLst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31FC-FB1F-D3D7-3805-56100B8A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0A393-26AC-7FCB-9153-08252D87F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BERT (2017)</a:t>
            </a:r>
          </a:p>
          <a:p>
            <a:r>
              <a:rPr lang="en-US" dirty="0"/>
              <a:t>ChatGPT (2022)</a:t>
            </a:r>
          </a:p>
        </p:txBody>
      </p:sp>
    </p:spTree>
    <p:extLst>
      <p:ext uri="{BB962C8B-B14F-4D97-AF65-F5344CB8AC3E}">
        <p14:creationId xmlns:p14="http://schemas.microsoft.com/office/powerpoint/2010/main" val="3362830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5572-73A7-7609-CF4D-C19BB112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is ANN?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A961-33B6-DDB6-A593-7110DFA3B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38D8F-6FF7-3FEB-8947-F05A5AAF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46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03218-AF12-B84B-9173-EA96ED27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97001"/>
            <a:ext cx="11379200" cy="47291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= special case of neural network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A5720-5954-FF44-86F2-64DBD510BFDF}"/>
              </a:ext>
            </a:extLst>
          </p:cNvPr>
          <p:cNvSpPr/>
          <p:nvPr/>
        </p:nvSpPr>
        <p:spPr>
          <a:xfrm>
            <a:off x="4702432" y="271780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E87EE-69BD-EB48-9DD5-DA170DA4F94D}"/>
              </a:ext>
            </a:extLst>
          </p:cNvPr>
          <p:cNvSpPr/>
          <p:nvPr/>
        </p:nvSpPr>
        <p:spPr>
          <a:xfrm>
            <a:off x="4702432" y="36091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262234-C440-9646-8C45-15CF6D9DD208}"/>
              </a:ext>
            </a:extLst>
          </p:cNvPr>
          <p:cNvSpPr/>
          <p:nvPr/>
        </p:nvSpPr>
        <p:spPr>
          <a:xfrm>
            <a:off x="4702432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49CF-19FB-1D42-BE49-C1BB158B76B2}"/>
              </a:ext>
            </a:extLst>
          </p:cNvPr>
          <p:cNvSpPr/>
          <p:nvPr/>
        </p:nvSpPr>
        <p:spPr>
          <a:xfrm>
            <a:off x="2645032" y="2286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EBA67D-7088-8F47-A94A-49D9EFD08CFB}"/>
              </a:ext>
            </a:extLst>
          </p:cNvPr>
          <p:cNvSpPr/>
          <p:nvPr/>
        </p:nvSpPr>
        <p:spPr>
          <a:xfrm>
            <a:off x="2645032" y="30225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EF69C-9711-1844-9BC8-DCFD043A9A0B}"/>
              </a:ext>
            </a:extLst>
          </p:cNvPr>
          <p:cNvSpPr/>
          <p:nvPr/>
        </p:nvSpPr>
        <p:spPr>
          <a:xfrm>
            <a:off x="2645032" y="37591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393A65-A87E-1F41-AD61-11E9C632BB3B}"/>
              </a:ext>
            </a:extLst>
          </p:cNvPr>
          <p:cNvSpPr/>
          <p:nvPr/>
        </p:nvSpPr>
        <p:spPr>
          <a:xfrm>
            <a:off x="2645032" y="5107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2AD92-0C8E-3E4A-BE55-152C758BDA6F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3254632" y="2590800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BF4D5-EB5F-364C-865E-88B171A8012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3254632" y="2590800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64FB15-66A0-344C-9012-B54F0E0EA9C5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3254632" y="3327399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D7D91-D32E-9C4E-A158-6624CCE36735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3254632" y="4063998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709B-07A7-4140-BC26-0FE413669EA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3254632" y="4802984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4526FC-59B9-1D43-A928-3AE96BD3E3E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3254632" y="2590800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53426-5F80-F045-B572-E86C7C3630A4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3254632" y="3913983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353CD-9070-5141-A6EA-B8AF432B6F9A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3254632" y="3022603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8A068-D7D8-3548-B1A8-918E436445B5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 flipV="1">
            <a:off x="3254632" y="3022603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B73F45-26B0-9445-AB5D-969B9759967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3254632" y="3327399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0B7433-4A04-4B4D-B0B8-7F8D96C47B07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3254632" y="3913983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F5117D-CF3A-5C47-9B55-26A495F20C27}"/>
              </a:ext>
            </a:extLst>
          </p:cNvPr>
          <p:cNvCxnSpPr>
            <a:cxnSpLocks/>
            <a:stCxn id="10" idx="6"/>
            <a:endCxn id="4" idx="2"/>
          </p:cNvCxnSpPr>
          <p:nvPr/>
        </p:nvCxnSpPr>
        <p:spPr>
          <a:xfrm flipV="1">
            <a:off x="3254632" y="3022603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AFAAF-6B45-4143-B9C8-B1497848ED93}"/>
              </a:ext>
            </a:extLst>
          </p:cNvPr>
          <p:cNvSpPr/>
          <p:nvPr/>
        </p:nvSpPr>
        <p:spPr>
          <a:xfrm>
            <a:off x="5751177" y="2464991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FB1BB8-62CF-1946-9AAA-C5CC0111225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5312032" y="302260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B00FCE-948B-D04E-995A-4E7BCF24FFA4}"/>
              </a:ext>
            </a:extLst>
          </p:cNvPr>
          <p:cNvCxnSpPr>
            <a:cxnSpLocks/>
            <a:stCxn id="5" idx="6"/>
            <a:endCxn id="47" idx="1"/>
          </p:cNvCxnSpPr>
          <p:nvPr/>
        </p:nvCxnSpPr>
        <p:spPr>
          <a:xfrm>
            <a:off x="5312032" y="391398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3B8BE-BF9B-464D-AA23-19734243F6C4}"/>
              </a:ext>
            </a:extLst>
          </p:cNvPr>
          <p:cNvCxnSpPr>
            <a:cxnSpLocks/>
          </p:cNvCxnSpPr>
          <p:nvPr/>
        </p:nvCxnSpPr>
        <p:spPr>
          <a:xfrm>
            <a:off x="5312032" y="4773915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A89556-5068-A441-9CAC-271C20C5D8C3}"/>
              </a:ext>
            </a:extLst>
          </p:cNvPr>
          <p:cNvCxnSpPr>
            <a:cxnSpLocks/>
          </p:cNvCxnSpPr>
          <p:nvPr/>
        </p:nvCxnSpPr>
        <p:spPr>
          <a:xfrm>
            <a:off x="6150232" y="30442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0DC496-EF5A-DB4D-99ED-6CDCD593A420}"/>
              </a:ext>
            </a:extLst>
          </p:cNvPr>
          <p:cNvCxnSpPr>
            <a:cxnSpLocks/>
          </p:cNvCxnSpPr>
          <p:nvPr/>
        </p:nvCxnSpPr>
        <p:spPr>
          <a:xfrm>
            <a:off x="6150232" y="393564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8201-4F0B-4C44-9A9C-5BC367C357C7}"/>
              </a:ext>
            </a:extLst>
          </p:cNvPr>
          <p:cNvCxnSpPr>
            <a:cxnSpLocks/>
          </p:cNvCxnSpPr>
          <p:nvPr/>
        </p:nvCxnSpPr>
        <p:spPr>
          <a:xfrm>
            <a:off x="6150232" y="479557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B9F4C8-49AC-BE4D-B127-F825536060AF}"/>
              </a:ext>
            </a:extLst>
          </p:cNvPr>
          <p:cNvSpPr txBox="1"/>
          <p:nvPr/>
        </p:nvSpPr>
        <p:spPr>
          <a:xfrm>
            <a:off x="5801670" y="2820472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7743EB1-5D6F-4647-9F8C-F124A3C4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88" y="2794701"/>
            <a:ext cx="2375244" cy="4147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8E462E5-C4B1-CB4A-824E-C8AC6F2C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32" y="3700075"/>
            <a:ext cx="2375244" cy="41472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0F6A915-63C2-B84F-B65F-CEB927BC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32" y="4545816"/>
            <a:ext cx="2612768" cy="45619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CCD27E8-5F79-914C-BF8C-E75A58A64CC2}"/>
              </a:ext>
            </a:extLst>
          </p:cNvPr>
          <p:cNvSpPr txBox="1"/>
          <p:nvPr/>
        </p:nvSpPr>
        <p:spPr>
          <a:xfrm>
            <a:off x="2743200" y="4572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707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Neural Network = Also learn the features!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A5720-5954-FF44-86F2-64DBD510BFDF}"/>
              </a:ext>
            </a:extLst>
          </p:cNvPr>
          <p:cNvSpPr/>
          <p:nvPr/>
        </p:nvSpPr>
        <p:spPr>
          <a:xfrm>
            <a:off x="4702432" y="271780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E87EE-69BD-EB48-9DD5-DA170DA4F94D}"/>
              </a:ext>
            </a:extLst>
          </p:cNvPr>
          <p:cNvSpPr/>
          <p:nvPr/>
        </p:nvSpPr>
        <p:spPr>
          <a:xfrm>
            <a:off x="4702432" y="36091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262234-C440-9646-8C45-15CF6D9DD208}"/>
              </a:ext>
            </a:extLst>
          </p:cNvPr>
          <p:cNvSpPr/>
          <p:nvPr/>
        </p:nvSpPr>
        <p:spPr>
          <a:xfrm>
            <a:off x="4702432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49CF-19FB-1D42-BE49-C1BB158B76B2}"/>
              </a:ext>
            </a:extLst>
          </p:cNvPr>
          <p:cNvSpPr/>
          <p:nvPr/>
        </p:nvSpPr>
        <p:spPr>
          <a:xfrm>
            <a:off x="2645032" y="22860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EBA67D-7088-8F47-A94A-49D9EFD08CFB}"/>
              </a:ext>
            </a:extLst>
          </p:cNvPr>
          <p:cNvSpPr/>
          <p:nvPr/>
        </p:nvSpPr>
        <p:spPr>
          <a:xfrm>
            <a:off x="2645032" y="30225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EF69C-9711-1844-9BC8-DCFD043A9A0B}"/>
              </a:ext>
            </a:extLst>
          </p:cNvPr>
          <p:cNvSpPr/>
          <p:nvPr/>
        </p:nvSpPr>
        <p:spPr>
          <a:xfrm>
            <a:off x="2645032" y="37591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393A65-A87E-1F41-AD61-11E9C632BB3B}"/>
              </a:ext>
            </a:extLst>
          </p:cNvPr>
          <p:cNvSpPr/>
          <p:nvPr/>
        </p:nvSpPr>
        <p:spPr>
          <a:xfrm>
            <a:off x="2645032" y="5107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2AD92-0C8E-3E4A-BE55-152C758BDA6F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3254632" y="2590800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BF4D5-EB5F-364C-865E-88B171A8012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3254632" y="2590800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64FB15-66A0-344C-9012-B54F0E0EA9C5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3254632" y="3327399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D7D91-D32E-9C4E-A158-6624CCE36735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3254632" y="4063998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709B-07A7-4140-BC26-0FE413669EA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3254632" y="4802984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4526FC-59B9-1D43-A928-3AE96BD3E3E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3254632" y="2590800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53426-5F80-F045-B572-E86C7C3630A4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3254632" y="3913983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353CD-9070-5141-A6EA-B8AF432B6F9A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3254632" y="3022603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8A068-D7D8-3548-B1A8-918E436445B5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 flipV="1">
            <a:off x="3254632" y="3022603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B73F45-26B0-9445-AB5D-969B9759967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3254632" y="3327399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0B7433-4A04-4B4D-B0B8-7F8D96C47B07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3254632" y="3913983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F5117D-CF3A-5C47-9B55-26A495F20C27}"/>
              </a:ext>
            </a:extLst>
          </p:cNvPr>
          <p:cNvCxnSpPr>
            <a:cxnSpLocks/>
            <a:stCxn id="10" idx="6"/>
            <a:endCxn id="4" idx="2"/>
          </p:cNvCxnSpPr>
          <p:nvPr/>
        </p:nvCxnSpPr>
        <p:spPr>
          <a:xfrm flipV="1">
            <a:off x="3254632" y="3022603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AFAAF-6B45-4143-B9C8-B1497848ED93}"/>
              </a:ext>
            </a:extLst>
          </p:cNvPr>
          <p:cNvSpPr/>
          <p:nvPr/>
        </p:nvSpPr>
        <p:spPr>
          <a:xfrm>
            <a:off x="5751177" y="2464991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FB1BB8-62CF-1946-9AAA-C5CC0111225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5312032" y="302260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B00FCE-948B-D04E-995A-4E7BCF24FFA4}"/>
              </a:ext>
            </a:extLst>
          </p:cNvPr>
          <p:cNvCxnSpPr>
            <a:cxnSpLocks/>
            <a:stCxn id="5" idx="6"/>
            <a:endCxn id="47" idx="1"/>
          </p:cNvCxnSpPr>
          <p:nvPr/>
        </p:nvCxnSpPr>
        <p:spPr>
          <a:xfrm>
            <a:off x="5312032" y="391398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3B8BE-BF9B-464D-AA23-19734243F6C4}"/>
              </a:ext>
            </a:extLst>
          </p:cNvPr>
          <p:cNvCxnSpPr>
            <a:cxnSpLocks/>
          </p:cNvCxnSpPr>
          <p:nvPr/>
        </p:nvCxnSpPr>
        <p:spPr>
          <a:xfrm>
            <a:off x="5312032" y="4773915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A89556-5068-A441-9CAC-271C20C5D8C3}"/>
              </a:ext>
            </a:extLst>
          </p:cNvPr>
          <p:cNvCxnSpPr>
            <a:cxnSpLocks/>
          </p:cNvCxnSpPr>
          <p:nvPr/>
        </p:nvCxnSpPr>
        <p:spPr>
          <a:xfrm>
            <a:off x="6150232" y="30442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0DC496-EF5A-DB4D-99ED-6CDCD593A420}"/>
              </a:ext>
            </a:extLst>
          </p:cNvPr>
          <p:cNvCxnSpPr>
            <a:cxnSpLocks/>
          </p:cNvCxnSpPr>
          <p:nvPr/>
        </p:nvCxnSpPr>
        <p:spPr>
          <a:xfrm>
            <a:off x="6150232" y="393564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8201-4F0B-4C44-9A9C-5BC367C357C7}"/>
              </a:ext>
            </a:extLst>
          </p:cNvPr>
          <p:cNvCxnSpPr>
            <a:cxnSpLocks/>
          </p:cNvCxnSpPr>
          <p:nvPr/>
        </p:nvCxnSpPr>
        <p:spPr>
          <a:xfrm>
            <a:off x="6150232" y="479557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B9F4C8-49AC-BE4D-B127-F825536060AF}"/>
              </a:ext>
            </a:extLst>
          </p:cNvPr>
          <p:cNvSpPr txBox="1"/>
          <p:nvPr/>
        </p:nvSpPr>
        <p:spPr>
          <a:xfrm>
            <a:off x="5801670" y="2820472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7743EB1-5D6F-4647-9F8C-F124A3C4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88" y="2794701"/>
            <a:ext cx="2375244" cy="4147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8E462E5-C4B1-CB4A-824E-C8AC6F2C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32" y="3700075"/>
            <a:ext cx="2375244" cy="41472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0F6A915-63C2-B84F-B65F-CEB927BC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032" y="4545816"/>
            <a:ext cx="2612768" cy="45619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68DF3AB-456B-3447-A890-4CF3D0C6D2F5}"/>
              </a:ext>
            </a:extLst>
          </p:cNvPr>
          <p:cNvSpPr txBox="1"/>
          <p:nvPr/>
        </p:nvSpPr>
        <p:spPr>
          <a:xfrm>
            <a:off x="2743200" y="4572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8737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Neural Network = Also learn the features!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A5720-5954-FF44-86F2-64DBD510BFDF}"/>
              </a:ext>
            </a:extLst>
          </p:cNvPr>
          <p:cNvSpPr/>
          <p:nvPr/>
        </p:nvSpPr>
        <p:spPr>
          <a:xfrm>
            <a:off x="9122032" y="211058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E87EE-69BD-EB48-9DD5-DA170DA4F94D}"/>
              </a:ext>
            </a:extLst>
          </p:cNvPr>
          <p:cNvSpPr/>
          <p:nvPr/>
        </p:nvSpPr>
        <p:spPr>
          <a:xfrm>
            <a:off x="9122032" y="300196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262234-C440-9646-8C45-15CF6D9DD208}"/>
              </a:ext>
            </a:extLst>
          </p:cNvPr>
          <p:cNvSpPr/>
          <p:nvPr/>
        </p:nvSpPr>
        <p:spPr>
          <a:xfrm>
            <a:off x="9122032" y="38909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49CF-19FB-1D42-BE49-C1BB158B76B2}"/>
              </a:ext>
            </a:extLst>
          </p:cNvPr>
          <p:cNvSpPr/>
          <p:nvPr/>
        </p:nvSpPr>
        <p:spPr>
          <a:xfrm>
            <a:off x="7064632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EBA67D-7088-8F47-A94A-49D9EFD08CFB}"/>
              </a:ext>
            </a:extLst>
          </p:cNvPr>
          <p:cNvSpPr/>
          <p:nvPr/>
        </p:nvSpPr>
        <p:spPr>
          <a:xfrm>
            <a:off x="7064632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EF69C-9711-1844-9BC8-DCFD043A9A0B}"/>
              </a:ext>
            </a:extLst>
          </p:cNvPr>
          <p:cNvSpPr/>
          <p:nvPr/>
        </p:nvSpPr>
        <p:spPr>
          <a:xfrm>
            <a:off x="7064632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393A65-A87E-1F41-AD61-11E9C632BB3B}"/>
              </a:ext>
            </a:extLst>
          </p:cNvPr>
          <p:cNvSpPr/>
          <p:nvPr/>
        </p:nvSpPr>
        <p:spPr>
          <a:xfrm>
            <a:off x="7064632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2AD92-0C8E-3E4A-BE55-152C758BDA6F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7674232" y="1983584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BF4D5-EB5F-364C-865E-88B171A8012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7674232" y="1983584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64FB15-66A0-344C-9012-B54F0E0EA9C5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7674232" y="2720183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D7D91-D32E-9C4E-A158-6624CCE36735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674232" y="3456782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709B-07A7-4140-BC26-0FE413669EA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7674232" y="4195768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4526FC-59B9-1D43-A928-3AE96BD3E3E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7674232" y="1983584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53426-5F80-F045-B572-E86C7C3630A4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7674232" y="3306767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353CD-9070-5141-A6EA-B8AF432B6F9A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7674232" y="2415387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8A068-D7D8-3548-B1A8-918E436445B5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 flipV="1">
            <a:off x="7674232" y="2415387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B73F45-26B0-9445-AB5D-969B9759967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7674232" y="2720183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0B7433-4A04-4B4D-B0B8-7F8D96C47B07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7674232" y="3306767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F5117D-CF3A-5C47-9B55-26A495F20C27}"/>
              </a:ext>
            </a:extLst>
          </p:cNvPr>
          <p:cNvCxnSpPr>
            <a:cxnSpLocks/>
            <a:stCxn id="10" idx="6"/>
            <a:endCxn id="4" idx="2"/>
          </p:cNvCxnSpPr>
          <p:nvPr/>
        </p:nvCxnSpPr>
        <p:spPr>
          <a:xfrm flipV="1">
            <a:off x="7674232" y="2415387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AFAAF-6B45-4143-B9C8-B1497848ED93}"/>
              </a:ext>
            </a:extLst>
          </p:cNvPr>
          <p:cNvSpPr/>
          <p:nvPr/>
        </p:nvSpPr>
        <p:spPr>
          <a:xfrm>
            <a:off x="10170777" y="1857775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FB1BB8-62CF-1946-9AAA-C5CC0111225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9731632" y="241538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B00FCE-948B-D04E-995A-4E7BCF24FFA4}"/>
              </a:ext>
            </a:extLst>
          </p:cNvPr>
          <p:cNvCxnSpPr>
            <a:cxnSpLocks/>
            <a:stCxn id="5" idx="6"/>
            <a:endCxn id="47" idx="1"/>
          </p:cNvCxnSpPr>
          <p:nvPr/>
        </p:nvCxnSpPr>
        <p:spPr>
          <a:xfrm>
            <a:off x="9731632" y="33067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3B8BE-BF9B-464D-AA23-19734243F6C4}"/>
              </a:ext>
            </a:extLst>
          </p:cNvPr>
          <p:cNvCxnSpPr>
            <a:cxnSpLocks/>
          </p:cNvCxnSpPr>
          <p:nvPr/>
        </p:nvCxnSpPr>
        <p:spPr>
          <a:xfrm>
            <a:off x="9731632" y="416669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A89556-5068-A441-9CAC-271C20C5D8C3}"/>
              </a:ext>
            </a:extLst>
          </p:cNvPr>
          <p:cNvCxnSpPr>
            <a:cxnSpLocks/>
          </p:cNvCxnSpPr>
          <p:nvPr/>
        </p:nvCxnSpPr>
        <p:spPr>
          <a:xfrm>
            <a:off x="10569832" y="243705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0DC496-EF5A-DB4D-99ED-6CDCD593A420}"/>
              </a:ext>
            </a:extLst>
          </p:cNvPr>
          <p:cNvCxnSpPr>
            <a:cxnSpLocks/>
          </p:cNvCxnSpPr>
          <p:nvPr/>
        </p:nvCxnSpPr>
        <p:spPr>
          <a:xfrm>
            <a:off x="10569832" y="332843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8201-4F0B-4C44-9A9C-5BC367C357C7}"/>
              </a:ext>
            </a:extLst>
          </p:cNvPr>
          <p:cNvCxnSpPr>
            <a:cxnSpLocks/>
          </p:cNvCxnSpPr>
          <p:nvPr/>
        </p:nvCxnSpPr>
        <p:spPr>
          <a:xfrm>
            <a:off x="10569832" y="418836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B9F4C8-49AC-BE4D-B127-F825536060AF}"/>
              </a:ext>
            </a:extLst>
          </p:cNvPr>
          <p:cNvSpPr txBox="1"/>
          <p:nvPr/>
        </p:nvSpPr>
        <p:spPr>
          <a:xfrm>
            <a:off x="10221270" y="2213256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7743EB1-5D6F-4647-9F8C-F124A3C4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88" y="2187485"/>
            <a:ext cx="2375244" cy="4147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8E462E5-C4B1-CB4A-824E-C8AC6F2C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5632" y="3092859"/>
            <a:ext cx="2375244" cy="41472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0F6A915-63C2-B84F-B65F-CEB927BC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5632" y="3938600"/>
            <a:ext cx="2612768" cy="4561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2A01153-3F7F-6644-BFE2-8694D89285D8}"/>
              </a:ext>
            </a:extLst>
          </p:cNvPr>
          <p:cNvSpPr txBox="1"/>
          <p:nvPr/>
        </p:nvSpPr>
        <p:spPr>
          <a:xfrm>
            <a:off x="7162800" y="3964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0A9A8E-1F14-F24F-898C-6D4E29D54C25}"/>
              </a:ext>
            </a:extLst>
          </p:cNvPr>
          <p:cNvSpPr/>
          <p:nvPr/>
        </p:nvSpPr>
        <p:spPr>
          <a:xfrm>
            <a:off x="1524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441AF3-4700-4D4C-97A4-94A70A289E05}"/>
              </a:ext>
            </a:extLst>
          </p:cNvPr>
          <p:cNvSpPr/>
          <p:nvPr/>
        </p:nvSpPr>
        <p:spPr>
          <a:xfrm>
            <a:off x="1524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768360-3B88-7D40-BC4A-C666016E741C}"/>
              </a:ext>
            </a:extLst>
          </p:cNvPr>
          <p:cNvSpPr/>
          <p:nvPr/>
        </p:nvSpPr>
        <p:spPr>
          <a:xfrm>
            <a:off x="1524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175CDD4-D652-D247-9B4F-692752AF7464}"/>
              </a:ext>
            </a:extLst>
          </p:cNvPr>
          <p:cNvSpPr/>
          <p:nvPr/>
        </p:nvSpPr>
        <p:spPr>
          <a:xfrm>
            <a:off x="1524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E444B7-D5A5-4846-A1AE-7044E3638EF1}"/>
              </a:ext>
            </a:extLst>
          </p:cNvPr>
          <p:cNvSpPr txBox="1"/>
          <p:nvPr/>
        </p:nvSpPr>
        <p:spPr>
          <a:xfrm>
            <a:off x="2286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12EB48-A487-3441-B5C9-9F27DB460D30}"/>
              </a:ext>
            </a:extLst>
          </p:cNvPr>
          <p:cNvSpPr/>
          <p:nvPr/>
        </p:nvSpPr>
        <p:spPr>
          <a:xfrm>
            <a:off x="1828800" y="16764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9EC0A3-2056-044A-AE2F-C88F186B5C62}"/>
              </a:ext>
            </a:extLst>
          </p:cNvPr>
          <p:cNvSpPr/>
          <p:nvPr/>
        </p:nvSpPr>
        <p:spPr>
          <a:xfrm>
            <a:off x="1828800" y="24129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AF0B3B4-206D-6940-908E-B8F44CC68A39}"/>
              </a:ext>
            </a:extLst>
          </p:cNvPr>
          <p:cNvSpPr/>
          <p:nvPr/>
        </p:nvSpPr>
        <p:spPr>
          <a:xfrm>
            <a:off x="1828800" y="31495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CB0079F-C22D-F447-8748-DD4429427D40}"/>
              </a:ext>
            </a:extLst>
          </p:cNvPr>
          <p:cNvSpPr/>
          <p:nvPr/>
        </p:nvSpPr>
        <p:spPr>
          <a:xfrm>
            <a:off x="1828800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A79B31-1D20-1E44-A15E-1EC23742DAD1}"/>
              </a:ext>
            </a:extLst>
          </p:cNvPr>
          <p:cNvSpPr txBox="1"/>
          <p:nvPr/>
        </p:nvSpPr>
        <p:spPr>
          <a:xfrm>
            <a:off x="19050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BD58D6-B6E6-264F-A75C-917629177410}"/>
              </a:ext>
            </a:extLst>
          </p:cNvPr>
          <p:cNvSpPr/>
          <p:nvPr/>
        </p:nvSpPr>
        <p:spPr>
          <a:xfrm>
            <a:off x="3505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291ED56-EAB4-6444-8B34-63672FF754B6}"/>
              </a:ext>
            </a:extLst>
          </p:cNvPr>
          <p:cNvSpPr/>
          <p:nvPr/>
        </p:nvSpPr>
        <p:spPr>
          <a:xfrm>
            <a:off x="3505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686E79-56CA-AD42-8459-398310976342}"/>
              </a:ext>
            </a:extLst>
          </p:cNvPr>
          <p:cNvSpPr/>
          <p:nvPr/>
        </p:nvSpPr>
        <p:spPr>
          <a:xfrm>
            <a:off x="3505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1E9E4E-A9F7-0046-A54F-E1C074D731BA}"/>
              </a:ext>
            </a:extLst>
          </p:cNvPr>
          <p:cNvSpPr/>
          <p:nvPr/>
        </p:nvSpPr>
        <p:spPr>
          <a:xfrm>
            <a:off x="3505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D06C78-41F4-464E-AF0E-1248CC676A5A}"/>
              </a:ext>
            </a:extLst>
          </p:cNvPr>
          <p:cNvSpPr txBox="1"/>
          <p:nvPr/>
        </p:nvSpPr>
        <p:spPr>
          <a:xfrm>
            <a:off x="3581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B100046-20AD-764A-98C6-15CD85DD0A91}"/>
              </a:ext>
            </a:extLst>
          </p:cNvPr>
          <p:cNvSpPr/>
          <p:nvPr/>
        </p:nvSpPr>
        <p:spPr>
          <a:xfrm>
            <a:off x="5410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9C1FE6E-11B8-5943-A4D8-29C373D9E851}"/>
              </a:ext>
            </a:extLst>
          </p:cNvPr>
          <p:cNvSpPr/>
          <p:nvPr/>
        </p:nvSpPr>
        <p:spPr>
          <a:xfrm>
            <a:off x="5410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A1BD88F-8F49-D444-92C8-C752211BAEAA}"/>
              </a:ext>
            </a:extLst>
          </p:cNvPr>
          <p:cNvSpPr/>
          <p:nvPr/>
        </p:nvSpPr>
        <p:spPr>
          <a:xfrm>
            <a:off x="5410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9F6B768-DCB7-E94B-8EA6-B6D07998F922}"/>
              </a:ext>
            </a:extLst>
          </p:cNvPr>
          <p:cNvSpPr/>
          <p:nvPr/>
        </p:nvSpPr>
        <p:spPr>
          <a:xfrm>
            <a:off x="5410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B86C79-4210-9543-83E6-0D045AD38EF0}"/>
              </a:ext>
            </a:extLst>
          </p:cNvPr>
          <p:cNvSpPr txBox="1"/>
          <p:nvPr/>
        </p:nvSpPr>
        <p:spPr>
          <a:xfrm>
            <a:off x="5486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FCF439-C5E4-9649-8385-752CE3555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422" y="1791880"/>
            <a:ext cx="372778" cy="3441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D04483-3165-034C-BE0B-15F0A4D7A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211" y="2530866"/>
            <a:ext cx="372778" cy="3441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80BE36-B407-0D44-8AF7-EB6CFBA76C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9179" y="3300221"/>
            <a:ext cx="372778" cy="3512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AFE58B-058B-BA45-A9EE-D6F6C0E4EA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641" y="4630281"/>
            <a:ext cx="462715" cy="3454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288C3A-C36C-8B45-8975-F43E3BB07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6286" y="7168346"/>
            <a:ext cx="537661" cy="379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2BC2E8-5A0C-5A43-9CD3-6E23F71C0B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5885" y="4630281"/>
            <a:ext cx="462715" cy="3454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13E5AA-E16B-F54D-AA02-856880D05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4565" y="1817269"/>
            <a:ext cx="372778" cy="3441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0791AF-85B3-AE4C-8102-D8EEFB1D3A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9467" y="2530866"/>
            <a:ext cx="372778" cy="3441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4C2811-1A29-5648-842D-91B62BE1E0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260" y="3291039"/>
            <a:ext cx="338889" cy="3193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9AA10B-F33D-3E40-82EC-9CD1D6C566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4127" y="7113842"/>
            <a:ext cx="394285" cy="3512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AECD10-FAC9-0044-8A9E-DB39334D94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72967" y="7086600"/>
            <a:ext cx="433714" cy="37851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6457251-B511-594C-A7FA-1937338395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7121010"/>
            <a:ext cx="394285" cy="34410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E54AC2B-BD58-CD45-8754-2ECD37D744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0742" y="2286104"/>
            <a:ext cx="554762" cy="2585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54B6809-8D43-374B-866E-FAEBC539B5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93513" y="3199165"/>
            <a:ext cx="554762" cy="25853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ED4B2D8-497C-2545-B102-D16DA940734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8838" y="4073494"/>
            <a:ext cx="554762" cy="26391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2E5A591-9F0D-0948-815B-21453BD17A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0" y="3319869"/>
            <a:ext cx="490130" cy="26391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A3AAC56-D10E-A94C-898F-D0044F1AE0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86400" y="2639453"/>
            <a:ext cx="490130" cy="25853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7D8FFC3-5BF1-7848-8214-BDECAF7A5D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10905" y="1877453"/>
            <a:ext cx="490130" cy="25853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A100085-647A-DF4E-8B43-0FC5F604BF3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77153" y="4739771"/>
            <a:ext cx="471835" cy="235916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ECE2D3-5359-324A-9257-C777AA415E9C}"/>
              </a:ext>
            </a:extLst>
          </p:cNvPr>
          <p:cNvCxnSpPr>
            <a:cxnSpLocks/>
            <a:stCxn id="35" idx="6"/>
            <a:endCxn id="42" idx="2"/>
          </p:cNvCxnSpPr>
          <p:nvPr/>
        </p:nvCxnSpPr>
        <p:spPr>
          <a:xfrm flipV="1">
            <a:off x="762000" y="1981200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BCD7A0-8A5E-0649-A78C-A9A10F8D687C}"/>
              </a:ext>
            </a:extLst>
          </p:cNvPr>
          <p:cNvCxnSpPr>
            <a:cxnSpLocks/>
            <a:stCxn id="35" idx="6"/>
            <a:endCxn id="43" idx="2"/>
          </p:cNvCxnSpPr>
          <p:nvPr/>
        </p:nvCxnSpPr>
        <p:spPr>
          <a:xfrm>
            <a:off x="762000" y="1983584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43F17B1-E77E-3242-9073-5E30192DE4F1}"/>
              </a:ext>
            </a:extLst>
          </p:cNvPr>
          <p:cNvCxnSpPr>
            <a:cxnSpLocks/>
            <a:stCxn id="35" idx="6"/>
            <a:endCxn id="45" idx="2"/>
          </p:cNvCxnSpPr>
          <p:nvPr/>
        </p:nvCxnSpPr>
        <p:spPr>
          <a:xfrm>
            <a:off x="762000" y="1983584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7AA8CC3-A41D-2641-AEC3-00760CF4A2F4}"/>
              </a:ext>
            </a:extLst>
          </p:cNvPr>
          <p:cNvCxnSpPr>
            <a:cxnSpLocks/>
            <a:stCxn id="35" idx="6"/>
            <a:endCxn id="46" idx="2"/>
          </p:cNvCxnSpPr>
          <p:nvPr/>
        </p:nvCxnSpPr>
        <p:spPr>
          <a:xfrm>
            <a:off x="762000" y="1983584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CBA05B1-1FF2-924E-8540-42C7CCD0D09F}"/>
              </a:ext>
            </a:extLst>
          </p:cNvPr>
          <p:cNvCxnSpPr>
            <a:cxnSpLocks/>
            <a:stCxn id="36" idx="6"/>
            <a:endCxn id="42" idx="2"/>
          </p:cNvCxnSpPr>
          <p:nvPr/>
        </p:nvCxnSpPr>
        <p:spPr>
          <a:xfrm flipV="1">
            <a:off x="762000" y="1981200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1A1430B-7D9B-534C-BE41-71F12328FC51}"/>
              </a:ext>
            </a:extLst>
          </p:cNvPr>
          <p:cNvCxnSpPr>
            <a:cxnSpLocks/>
            <a:stCxn id="36" idx="6"/>
            <a:endCxn id="46" idx="2"/>
          </p:cNvCxnSpPr>
          <p:nvPr/>
        </p:nvCxnSpPr>
        <p:spPr>
          <a:xfrm>
            <a:off x="762000" y="2720183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5BBF901-F044-4D4A-BDCC-94282E86A03D}"/>
              </a:ext>
            </a:extLst>
          </p:cNvPr>
          <p:cNvCxnSpPr>
            <a:cxnSpLocks/>
            <a:stCxn id="37" idx="6"/>
            <a:endCxn id="45" idx="2"/>
          </p:cNvCxnSpPr>
          <p:nvPr/>
        </p:nvCxnSpPr>
        <p:spPr>
          <a:xfrm flipV="1">
            <a:off x="762000" y="345439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DD6522C-378B-C145-8588-00A5DD78D75F}"/>
              </a:ext>
            </a:extLst>
          </p:cNvPr>
          <p:cNvCxnSpPr>
            <a:cxnSpLocks/>
            <a:stCxn id="36" idx="6"/>
            <a:endCxn id="43" idx="2"/>
          </p:cNvCxnSpPr>
          <p:nvPr/>
        </p:nvCxnSpPr>
        <p:spPr>
          <a:xfrm flipV="1">
            <a:off x="762000" y="2717799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E3CA7E1-B791-F643-A52A-C201B74E77C2}"/>
              </a:ext>
            </a:extLst>
          </p:cNvPr>
          <p:cNvCxnSpPr>
            <a:cxnSpLocks/>
            <a:stCxn id="36" idx="6"/>
            <a:endCxn id="45" idx="2"/>
          </p:cNvCxnSpPr>
          <p:nvPr/>
        </p:nvCxnSpPr>
        <p:spPr>
          <a:xfrm>
            <a:off x="762000" y="2720183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A4370DF-83A4-7A43-84B5-47EFA835A973}"/>
              </a:ext>
            </a:extLst>
          </p:cNvPr>
          <p:cNvCxnSpPr>
            <a:cxnSpLocks/>
            <a:stCxn id="37" idx="6"/>
            <a:endCxn id="46" idx="2"/>
          </p:cNvCxnSpPr>
          <p:nvPr/>
        </p:nvCxnSpPr>
        <p:spPr>
          <a:xfrm>
            <a:off x="762000" y="3456782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0EF41F6-7E7D-4746-B5BA-E33F8AACDD3A}"/>
              </a:ext>
            </a:extLst>
          </p:cNvPr>
          <p:cNvCxnSpPr>
            <a:cxnSpLocks/>
            <a:stCxn id="37" idx="6"/>
            <a:endCxn id="43" idx="2"/>
          </p:cNvCxnSpPr>
          <p:nvPr/>
        </p:nvCxnSpPr>
        <p:spPr>
          <a:xfrm flipV="1">
            <a:off x="762000" y="2717799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F271589-F31A-8548-A1A9-8E363DC490B7}"/>
              </a:ext>
            </a:extLst>
          </p:cNvPr>
          <p:cNvCxnSpPr>
            <a:cxnSpLocks/>
            <a:stCxn id="37" idx="6"/>
            <a:endCxn id="42" idx="2"/>
          </p:cNvCxnSpPr>
          <p:nvPr/>
        </p:nvCxnSpPr>
        <p:spPr>
          <a:xfrm flipV="1">
            <a:off x="762000" y="1981200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6E567D3-4C4B-0547-8B5F-CCEB65CA29E6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 flipV="1">
            <a:off x="762000" y="1981200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A3574CE-D484-B141-979B-3D957468BCA2}"/>
              </a:ext>
            </a:extLst>
          </p:cNvPr>
          <p:cNvCxnSpPr>
            <a:cxnSpLocks/>
            <a:stCxn id="39" idx="6"/>
            <a:endCxn id="43" idx="2"/>
          </p:cNvCxnSpPr>
          <p:nvPr/>
        </p:nvCxnSpPr>
        <p:spPr>
          <a:xfrm flipV="1">
            <a:off x="762000" y="2717799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EE98790-01FE-B94D-B198-9B5AE88464B2}"/>
              </a:ext>
            </a:extLst>
          </p:cNvPr>
          <p:cNvCxnSpPr>
            <a:cxnSpLocks/>
            <a:stCxn id="39" idx="6"/>
            <a:endCxn id="45" idx="2"/>
          </p:cNvCxnSpPr>
          <p:nvPr/>
        </p:nvCxnSpPr>
        <p:spPr>
          <a:xfrm flipV="1">
            <a:off x="762000" y="3454398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4E60EF2-2C34-714A-8FF9-5D3E24E36813}"/>
              </a:ext>
            </a:extLst>
          </p:cNvPr>
          <p:cNvCxnSpPr>
            <a:cxnSpLocks/>
            <a:stCxn id="39" idx="6"/>
            <a:endCxn id="46" idx="2"/>
          </p:cNvCxnSpPr>
          <p:nvPr/>
        </p:nvCxnSpPr>
        <p:spPr>
          <a:xfrm flipV="1">
            <a:off x="762000" y="48029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7825F59-9CB9-6344-9B57-17527746426F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5A182EC-8071-6645-86B2-10FC3010459A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7691FB5-9F33-5E41-9A0A-D6D0DC947AA9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929864A-6C42-9A4A-AA31-DCE78AC3DFA7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557496D-90FC-8E49-9C3B-FD924BD921F3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6C6287D-0C84-3F44-8E45-3EBFB69B44D5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20AF504-55DC-D34F-844F-3A95DF368096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E9EB7F5-3372-C740-95EA-1E454BE1C05C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3697004-4831-AE43-A5ED-784069FE97F9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29FFCF0-28DA-D845-9BB1-5B73A19C0F95}"/>
              </a:ext>
            </a:extLst>
          </p:cNvPr>
          <p:cNvCxnSpPr>
            <a:cxnSpLocks/>
          </p:cNvCxnSpPr>
          <p:nvPr/>
        </p:nvCxnSpPr>
        <p:spPr>
          <a:xfrm>
            <a:off x="24384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33ABE2A-AB6B-5441-8521-4B340F180538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357EF21-034E-9D4C-80D8-3406AA34893F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AE527D8-4141-8E41-B6C6-33739702ACEA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D28FD8A-010E-CA44-BBA2-FD8BF8416596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09044F1-96A8-DC42-B7B2-1C9CA2F1B66B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7F8137A-5D13-CF43-8EF4-D1F112B22AD6}"/>
              </a:ext>
            </a:extLst>
          </p:cNvPr>
          <p:cNvCxnSpPr>
            <a:cxnSpLocks/>
          </p:cNvCxnSpPr>
          <p:nvPr/>
        </p:nvCxnSpPr>
        <p:spPr>
          <a:xfrm flipV="1">
            <a:off x="24384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D65653C-0165-2C4C-92B7-FE7DC71C3C87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F777358-80CD-3241-98E3-E428B9AF6390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0F675C8-1B24-524F-858C-C86971377E78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B40515-0F4D-5C46-9A99-79394DF76AA3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A06DE4D-5375-BB40-9268-1C5AC95D4199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D6E92EF-39FC-234C-A220-A3F83E361EEB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03F6A3F-FCF7-FE4C-8D94-82A79307AA97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35386F5-1965-D341-8E1A-C4FAC31BA97F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78BF3F7F-586A-4B42-B3F6-F5AD2C58961F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76F0F04-7C4E-B644-9BCF-ADA074FA9983}"/>
              </a:ext>
            </a:extLst>
          </p:cNvPr>
          <p:cNvCxnSpPr>
            <a:cxnSpLocks/>
          </p:cNvCxnSpPr>
          <p:nvPr/>
        </p:nvCxnSpPr>
        <p:spPr>
          <a:xfrm>
            <a:off x="60198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3AF7B9B-CBF7-1249-A51A-763A66E85AC1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B7FA1F7-B4AA-324B-86F1-2ED5A1CB2D08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12D3E96-08D3-A143-9773-6266F721701B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781899A1-AD76-EC43-8196-67259176AA09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E16F824-6829-FF49-8BE4-F9B0B4363308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A9418F8-DA02-FA4C-AA82-7B0BA7831519}"/>
              </a:ext>
            </a:extLst>
          </p:cNvPr>
          <p:cNvCxnSpPr>
            <a:cxnSpLocks/>
          </p:cNvCxnSpPr>
          <p:nvPr/>
        </p:nvCxnSpPr>
        <p:spPr>
          <a:xfrm flipV="1">
            <a:off x="60198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7C96864B-164A-264C-8D12-EEB1EEF08CBF}"/>
              </a:ext>
            </a:extLst>
          </p:cNvPr>
          <p:cNvSpPr txBox="1"/>
          <p:nvPr/>
        </p:nvSpPr>
        <p:spPr>
          <a:xfrm>
            <a:off x="4528279" y="29308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BC5D178E-561F-D342-9AB1-D38FE627D6E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14015" y="5613402"/>
            <a:ext cx="4628677" cy="902645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FC439990-DD49-9248-BFC6-744CF7AE7DF9}"/>
              </a:ext>
            </a:extLst>
          </p:cNvPr>
          <p:cNvSpPr txBox="1"/>
          <p:nvPr/>
        </p:nvSpPr>
        <p:spPr>
          <a:xfrm>
            <a:off x="8398132" y="5675332"/>
            <a:ext cx="32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 = nonlinear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42350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5" grpId="0" animBg="1"/>
      <p:bldP spid="46" grpId="0" animBg="1"/>
      <p:bldP spid="49" grpId="0"/>
      <p:bldP spid="50" grpId="0" animBg="1"/>
      <p:bldP spid="52" grpId="0" animBg="1"/>
      <p:bldP spid="53" grpId="0" animBg="1"/>
      <p:bldP spid="54" grpId="0" animBg="1"/>
      <p:bldP spid="59" grpId="0"/>
      <p:bldP spid="61" grpId="0" animBg="1"/>
      <p:bldP spid="65" grpId="0" animBg="1"/>
      <p:bldP spid="66" grpId="0" animBg="1"/>
      <p:bldP spid="67" grpId="0" animBg="1"/>
      <p:bldP spid="68" grpId="0"/>
      <p:bldP spid="164" grpId="0"/>
      <p:bldP spid="1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Neural Network = Also learn the features!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A5720-5954-FF44-86F2-64DBD510BFDF}"/>
              </a:ext>
            </a:extLst>
          </p:cNvPr>
          <p:cNvSpPr/>
          <p:nvPr/>
        </p:nvSpPr>
        <p:spPr>
          <a:xfrm>
            <a:off x="9122032" y="211058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BE87EE-69BD-EB48-9DD5-DA170DA4F94D}"/>
              </a:ext>
            </a:extLst>
          </p:cNvPr>
          <p:cNvSpPr/>
          <p:nvPr/>
        </p:nvSpPr>
        <p:spPr>
          <a:xfrm>
            <a:off x="9122032" y="300196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262234-C440-9646-8C45-15CF6D9DD208}"/>
              </a:ext>
            </a:extLst>
          </p:cNvPr>
          <p:cNvSpPr/>
          <p:nvPr/>
        </p:nvSpPr>
        <p:spPr>
          <a:xfrm>
            <a:off x="9122032" y="38909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49CF-19FB-1D42-BE49-C1BB158B76B2}"/>
              </a:ext>
            </a:extLst>
          </p:cNvPr>
          <p:cNvSpPr/>
          <p:nvPr/>
        </p:nvSpPr>
        <p:spPr>
          <a:xfrm>
            <a:off x="7064632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EBA67D-7088-8F47-A94A-49D9EFD08CFB}"/>
              </a:ext>
            </a:extLst>
          </p:cNvPr>
          <p:cNvSpPr/>
          <p:nvPr/>
        </p:nvSpPr>
        <p:spPr>
          <a:xfrm>
            <a:off x="7064632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EF69C-9711-1844-9BC8-DCFD043A9A0B}"/>
              </a:ext>
            </a:extLst>
          </p:cNvPr>
          <p:cNvSpPr/>
          <p:nvPr/>
        </p:nvSpPr>
        <p:spPr>
          <a:xfrm>
            <a:off x="7064632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393A65-A87E-1F41-AD61-11E9C632BB3B}"/>
              </a:ext>
            </a:extLst>
          </p:cNvPr>
          <p:cNvSpPr/>
          <p:nvPr/>
        </p:nvSpPr>
        <p:spPr>
          <a:xfrm>
            <a:off x="7064632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42AD92-0C8E-3E4A-BE55-152C758BDA6F}"/>
              </a:ext>
            </a:extLst>
          </p:cNvPr>
          <p:cNvCxnSpPr>
            <a:stCxn id="7" idx="6"/>
            <a:endCxn id="4" idx="2"/>
          </p:cNvCxnSpPr>
          <p:nvPr/>
        </p:nvCxnSpPr>
        <p:spPr>
          <a:xfrm>
            <a:off x="7674232" y="1983584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D660CD-F8DF-EE46-B5C2-696E0390DD09}"/>
              </a:ext>
            </a:extLst>
          </p:cNvPr>
          <p:cNvSpPr txBox="1"/>
          <p:nvPr/>
        </p:nvSpPr>
        <p:spPr>
          <a:xfrm>
            <a:off x="15522766" y="2996588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BF4D5-EB5F-364C-865E-88B171A80127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7674232" y="1983584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64FB15-66A0-344C-9012-B54F0E0EA9C5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7674232" y="2720183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D7D91-D32E-9C4E-A158-6624CCE36735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674232" y="3456782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709B-07A7-4140-BC26-0FE413669EA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7674232" y="4195768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4526FC-59B9-1D43-A928-3AE96BD3E3E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7674232" y="1983584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053426-5F80-F045-B572-E86C7C3630A4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7674232" y="3306767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353CD-9070-5141-A6EA-B8AF432B6F9A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7674232" y="2415387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E8A068-D7D8-3548-B1A8-918E436445B5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 flipV="1">
            <a:off x="7674232" y="2415387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B73F45-26B0-9445-AB5D-969B97599676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7674232" y="2720183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0B7433-4A04-4B4D-B0B8-7F8D96C47B07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7674232" y="3306767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F5117D-CF3A-5C47-9B55-26A495F20C27}"/>
              </a:ext>
            </a:extLst>
          </p:cNvPr>
          <p:cNvCxnSpPr>
            <a:cxnSpLocks/>
            <a:stCxn id="10" idx="6"/>
            <a:endCxn id="4" idx="2"/>
          </p:cNvCxnSpPr>
          <p:nvPr/>
        </p:nvCxnSpPr>
        <p:spPr>
          <a:xfrm flipV="1">
            <a:off x="7674232" y="2415387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49AFAAF-6B45-4143-B9C8-B1497848ED93}"/>
              </a:ext>
            </a:extLst>
          </p:cNvPr>
          <p:cNvSpPr/>
          <p:nvPr/>
        </p:nvSpPr>
        <p:spPr>
          <a:xfrm>
            <a:off x="10170777" y="1857775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FB1BB8-62CF-1946-9AAA-C5CC0111225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9731632" y="241538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AB00FCE-948B-D04E-995A-4E7BCF24FFA4}"/>
              </a:ext>
            </a:extLst>
          </p:cNvPr>
          <p:cNvCxnSpPr>
            <a:cxnSpLocks/>
            <a:stCxn id="5" idx="6"/>
            <a:endCxn id="47" idx="1"/>
          </p:cNvCxnSpPr>
          <p:nvPr/>
        </p:nvCxnSpPr>
        <p:spPr>
          <a:xfrm>
            <a:off x="9731632" y="33067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83B8BE-BF9B-464D-AA23-19734243F6C4}"/>
              </a:ext>
            </a:extLst>
          </p:cNvPr>
          <p:cNvCxnSpPr>
            <a:cxnSpLocks/>
          </p:cNvCxnSpPr>
          <p:nvPr/>
        </p:nvCxnSpPr>
        <p:spPr>
          <a:xfrm>
            <a:off x="9731632" y="416669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A89556-5068-A441-9CAC-271C20C5D8C3}"/>
              </a:ext>
            </a:extLst>
          </p:cNvPr>
          <p:cNvCxnSpPr>
            <a:cxnSpLocks/>
          </p:cNvCxnSpPr>
          <p:nvPr/>
        </p:nvCxnSpPr>
        <p:spPr>
          <a:xfrm>
            <a:off x="10569832" y="243705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0DC496-EF5A-DB4D-99ED-6CDCD593A420}"/>
              </a:ext>
            </a:extLst>
          </p:cNvPr>
          <p:cNvCxnSpPr>
            <a:cxnSpLocks/>
          </p:cNvCxnSpPr>
          <p:nvPr/>
        </p:nvCxnSpPr>
        <p:spPr>
          <a:xfrm>
            <a:off x="10569832" y="332843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B78201-4F0B-4C44-9A9C-5BC367C357C7}"/>
              </a:ext>
            </a:extLst>
          </p:cNvPr>
          <p:cNvCxnSpPr>
            <a:cxnSpLocks/>
          </p:cNvCxnSpPr>
          <p:nvPr/>
        </p:nvCxnSpPr>
        <p:spPr>
          <a:xfrm>
            <a:off x="10569832" y="418836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B9F4C8-49AC-BE4D-B127-F825536060AF}"/>
              </a:ext>
            </a:extLst>
          </p:cNvPr>
          <p:cNvSpPr txBox="1"/>
          <p:nvPr/>
        </p:nvSpPr>
        <p:spPr>
          <a:xfrm>
            <a:off x="10221270" y="2213256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7743EB1-5D6F-4647-9F8C-F124A3C4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88" y="2187485"/>
            <a:ext cx="2375244" cy="41472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8E462E5-C4B1-CB4A-824E-C8AC6F2C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5632" y="3092859"/>
            <a:ext cx="2375244" cy="41472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0F6A915-63C2-B84F-B65F-CEB927BC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5632" y="3938600"/>
            <a:ext cx="2612768" cy="4561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2A01153-3F7F-6644-BFE2-8694D89285D8}"/>
              </a:ext>
            </a:extLst>
          </p:cNvPr>
          <p:cNvSpPr txBox="1"/>
          <p:nvPr/>
        </p:nvSpPr>
        <p:spPr>
          <a:xfrm>
            <a:off x="7162800" y="3964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0A9A8E-1F14-F24F-898C-6D4E29D54C25}"/>
              </a:ext>
            </a:extLst>
          </p:cNvPr>
          <p:cNvSpPr/>
          <p:nvPr/>
        </p:nvSpPr>
        <p:spPr>
          <a:xfrm>
            <a:off x="1524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441AF3-4700-4D4C-97A4-94A70A289E05}"/>
              </a:ext>
            </a:extLst>
          </p:cNvPr>
          <p:cNvSpPr/>
          <p:nvPr/>
        </p:nvSpPr>
        <p:spPr>
          <a:xfrm>
            <a:off x="1524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768360-3B88-7D40-BC4A-C666016E741C}"/>
              </a:ext>
            </a:extLst>
          </p:cNvPr>
          <p:cNvSpPr/>
          <p:nvPr/>
        </p:nvSpPr>
        <p:spPr>
          <a:xfrm>
            <a:off x="1524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175CDD4-D652-D247-9B4F-692752AF7464}"/>
              </a:ext>
            </a:extLst>
          </p:cNvPr>
          <p:cNvSpPr/>
          <p:nvPr/>
        </p:nvSpPr>
        <p:spPr>
          <a:xfrm>
            <a:off x="1524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E444B7-D5A5-4846-A1AE-7044E3638EF1}"/>
              </a:ext>
            </a:extLst>
          </p:cNvPr>
          <p:cNvSpPr txBox="1"/>
          <p:nvPr/>
        </p:nvSpPr>
        <p:spPr>
          <a:xfrm>
            <a:off x="2286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12EB48-A487-3441-B5C9-9F27DB460D30}"/>
              </a:ext>
            </a:extLst>
          </p:cNvPr>
          <p:cNvSpPr/>
          <p:nvPr/>
        </p:nvSpPr>
        <p:spPr>
          <a:xfrm>
            <a:off x="1828800" y="16764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9EC0A3-2056-044A-AE2F-C88F186B5C62}"/>
              </a:ext>
            </a:extLst>
          </p:cNvPr>
          <p:cNvSpPr/>
          <p:nvPr/>
        </p:nvSpPr>
        <p:spPr>
          <a:xfrm>
            <a:off x="1828800" y="24129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AF0B3B4-206D-6940-908E-B8F44CC68A39}"/>
              </a:ext>
            </a:extLst>
          </p:cNvPr>
          <p:cNvSpPr/>
          <p:nvPr/>
        </p:nvSpPr>
        <p:spPr>
          <a:xfrm>
            <a:off x="1828800" y="31495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CB0079F-C22D-F447-8748-DD4429427D40}"/>
              </a:ext>
            </a:extLst>
          </p:cNvPr>
          <p:cNvSpPr/>
          <p:nvPr/>
        </p:nvSpPr>
        <p:spPr>
          <a:xfrm>
            <a:off x="1828800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A79B31-1D20-1E44-A15E-1EC23742DAD1}"/>
              </a:ext>
            </a:extLst>
          </p:cNvPr>
          <p:cNvSpPr txBox="1"/>
          <p:nvPr/>
        </p:nvSpPr>
        <p:spPr>
          <a:xfrm>
            <a:off x="19050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BD58D6-B6E6-264F-A75C-917629177410}"/>
              </a:ext>
            </a:extLst>
          </p:cNvPr>
          <p:cNvSpPr/>
          <p:nvPr/>
        </p:nvSpPr>
        <p:spPr>
          <a:xfrm>
            <a:off x="3505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291ED56-EAB4-6444-8B34-63672FF754B6}"/>
              </a:ext>
            </a:extLst>
          </p:cNvPr>
          <p:cNvSpPr/>
          <p:nvPr/>
        </p:nvSpPr>
        <p:spPr>
          <a:xfrm>
            <a:off x="3505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686E79-56CA-AD42-8459-398310976342}"/>
              </a:ext>
            </a:extLst>
          </p:cNvPr>
          <p:cNvSpPr/>
          <p:nvPr/>
        </p:nvSpPr>
        <p:spPr>
          <a:xfrm>
            <a:off x="3505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1E9E4E-A9F7-0046-A54F-E1C074D731BA}"/>
              </a:ext>
            </a:extLst>
          </p:cNvPr>
          <p:cNvSpPr/>
          <p:nvPr/>
        </p:nvSpPr>
        <p:spPr>
          <a:xfrm>
            <a:off x="3505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D06C78-41F4-464E-AF0E-1248CC676A5A}"/>
              </a:ext>
            </a:extLst>
          </p:cNvPr>
          <p:cNvSpPr txBox="1"/>
          <p:nvPr/>
        </p:nvSpPr>
        <p:spPr>
          <a:xfrm>
            <a:off x="3581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B100046-20AD-764A-98C6-15CD85DD0A91}"/>
              </a:ext>
            </a:extLst>
          </p:cNvPr>
          <p:cNvSpPr/>
          <p:nvPr/>
        </p:nvSpPr>
        <p:spPr>
          <a:xfrm>
            <a:off x="5410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9C1FE6E-11B8-5943-A4D8-29C373D9E851}"/>
              </a:ext>
            </a:extLst>
          </p:cNvPr>
          <p:cNvSpPr/>
          <p:nvPr/>
        </p:nvSpPr>
        <p:spPr>
          <a:xfrm>
            <a:off x="5410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A1BD88F-8F49-D444-92C8-C752211BAEAA}"/>
              </a:ext>
            </a:extLst>
          </p:cNvPr>
          <p:cNvSpPr/>
          <p:nvPr/>
        </p:nvSpPr>
        <p:spPr>
          <a:xfrm>
            <a:off x="5410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9F6B768-DCB7-E94B-8EA6-B6D07998F922}"/>
              </a:ext>
            </a:extLst>
          </p:cNvPr>
          <p:cNvSpPr/>
          <p:nvPr/>
        </p:nvSpPr>
        <p:spPr>
          <a:xfrm>
            <a:off x="5410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B86C79-4210-9543-83E6-0D045AD38EF0}"/>
              </a:ext>
            </a:extLst>
          </p:cNvPr>
          <p:cNvSpPr txBox="1"/>
          <p:nvPr/>
        </p:nvSpPr>
        <p:spPr>
          <a:xfrm>
            <a:off x="5486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FCF439-C5E4-9649-8385-752CE3555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422" y="1791880"/>
            <a:ext cx="372778" cy="3441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D04483-3165-034C-BE0B-15F0A4D7A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211" y="2530866"/>
            <a:ext cx="372778" cy="3441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80BE36-B407-0D44-8AF7-EB6CFBA76C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9179" y="3300221"/>
            <a:ext cx="372778" cy="3512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AFE58B-058B-BA45-A9EE-D6F6C0E4EA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641" y="4630281"/>
            <a:ext cx="462715" cy="3454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288C3A-C36C-8B45-8975-F43E3BB073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933" y="4613010"/>
            <a:ext cx="537661" cy="379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2BC2E8-5A0C-5A43-9CD3-6E23F71C0B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5885" y="4630281"/>
            <a:ext cx="462715" cy="3454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13E5AA-E16B-F54D-AA02-856880D05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4565" y="1817269"/>
            <a:ext cx="372778" cy="3441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0791AF-85B3-AE4C-8102-D8EEFB1D3A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9467" y="2530866"/>
            <a:ext cx="372778" cy="3441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4C2811-1A29-5648-842D-91B62BE1E0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260" y="3291039"/>
            <a:ext cx="338889" cy="3193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9AA10B-F33D-3E40-82EC-9CD1D6C566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4502" y="3259105"/>
            <a:ext cx="394285" cy="3512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AECD10-FAC9-0044-8A9E-DB39334D94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2785" y="2504765"/>
            <a:ext cx="433714" cy="37851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6457251-B511-594C-A7FA-1937338395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4257" y="1803124"/>
            <a:ext cx="394285" cy="34410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E54AC2B-BD58-CD45-8754-2ECD37D744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0742" y="2286104"/>
            <a:ext cx="554762" cy="2585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54B6809-8D43-374B-866E-FAEBC539B5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93513" y="3199165"/>
            <a:ext cx="554762" cy="25853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ED4B2D8-497C-2545-B102-D16DA940734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8838" y="4073494"/>
            <a:ext cx="554762" cy="26391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2E5A591-9F0D-0948-815B-21453BD17A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0" y="3319869"/>
            <a:ext cx="490130" cy="26391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A3AAC56-D10E-A94C-898F-D0044F1AE0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86400" y="2639453"/>
            <a:ext cx="490130" cy="25853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7D8FFC3-5BF1-7848-8214-BDECAF7A5D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10905" y="1877453"/>
            <a:ext cx="490130" cy="25853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A100085-647A-DF4E-8B43-0FC5F604BF3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77153" y="4739771"/>
            <a:ext cx="471835" cy="235916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ECE2D3-5359-324A-9257-C777AA415E9C}"/>
              </a:ext>
            </a:extLst>
          </p:cNvPr>
          <p:cNvCxnSpPr>
            <a:cxnSpLocks/>
            <a:stCxn id="35" idx="6"/>
            <a:endCxn id="42" idx="2"/>
          </p:cNvCxnSpPr>
          <p:nvPr/>
        </p:nvCxnSpPr>
        <p:spPr>
          <a:xfrm flipV="1">
            <a:off x="762000" y="1981200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BCD7A0-8A5E-0649-A78C-A9A10F8D687C}"/>
              </a:ext>
            </a:extLst>
          </p:cNvPr>
          <p:cNvCxnSpPr>
            <a:cxnSpLocks/>
            <a:stCxn id="35" idx="6"/>
            <a:endCxn id="43" idx="2"/>
          </p:cNvCxnSpPr>
          <p:nvPr/>
        </p:nvCxnSpPr>
        <p:spPr>
          <a:xfrm>
            <a:off x="762000" y="1983584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43F17B1-E77E-3242-9073-5E30192DE4F1}"/>
              </a:ext>
            </a:extLst>
          </p:cNvPr>
          <p:cNvCxnSpPr>
            <a:cxnSpLocks/>
            <a:stCxn id="35" idx="6"/>
            <a:endCxn id="45" idx="2"/>
          </p:cNvCxnSpPr>
          <p:nvPr/>
        </p:nvCxnSpPr>
        <p:spPr>
          <a:xfrm>
            <a:off x="762000" y="1983584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7AA8CC3-A41D-2641-AEC3-00760CF4A2F4}"/>
              </a:ext>
            </a:extLst>
          </p:cNvPr>
          <p:cNvCxnSpPr>
            <a:cxnSpLocks/>
            <a:stCxn id="35" idx="6"/>
            <a:endCxn id="46" idx="2"/>
          </p:cNvCxnSpPr>
          <p:nvPr/>
        </p:nvCxnSpPr>
        <p:spPr>
          <a:xfrm>
            <a:off x="762000" y="1983584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CBA05B1-1FF2-924E-8540-42C7CCD0D09F}"/>
              </a:ext>
            </a:extLst>
          </p:cNvPr>
          <p:cNvCxnSpPr>
            <a:cxnSpLocks/>
            <a:stCxn id="36" idx="6"/>
            <a:endCxn id="42" idx="2"/>
          </p:cNvCxnSpPr>
          <p:nvPr/>
        </p:nvCxnSpPr>
        <p:spPr>
          <a:xfrm flipV="1">
            <a:off x="762000" y="1981200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1A1430B-7D9B-534C-BE41-71F12328FC51}"/>
              </a:ext>
            </a:extLst>
          </p:cNvPr>
          <p:cNvCxnSpPr>
            <a:cxnSpLocks/>
            <a:stCxn id="36" idx="6"/>
            <a:endCxn id="46" idx="2"/>
          </p:cNvCxnSpPr>
          <p:nvPr/>
        </p:nvCxnSpPr>
        <p:spPr>
          <a:xfrm>
            <a:off x="762000" y="2720183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5BBF901-F044-4D4A-BDCC-94282E86A03D}"/>
              </a:ext>
            </a:extLst>
          </p:cNvPr>
          <p:cNvCxnSpPr>
            <a:cxnSpLocks/>
            <a:stCxn id="37" idx="6"/>
            <a:endCxn id="45" idx="2"/>
          </p:cNvCxnSpPr>
          <p:nvPr/>
        </p:nvCxnSpPr>
        <p:spPr>
          <a:xfrm flipV="1">
            <a:off x="762000" y="345439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DD6522C-378B-C145-8588-00A5DD78D75F}"/>
              </a:ext>
            </a:extLst>
          </p:cNvPr>
          <p:cNvCxnSpPr>
            <a:cxnSpLocks/>
            <a:stCxn id="36" idx="6"/>
            <a:endCxn id="43" idx="2"/>
          </p:cNvCxnSpPr>
          <p:nvPr/>
        </p:nvCxnSpPr>
        <p:spPr>
          <a:xfrm flipV="1">
            <a:off x="762000" y="2717799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E3CA7E1-B791-F643-A52A-C201B74E77C2}"/>
              </a:ext>
            </a:extLst>
          </p:cNvPr>
          <p:cNvCxnSpPr>
            <a:cxnSpLocks/>
            <a:stCxn id="36" idx="6"/>
            <a:endCxn id="45" idx="2"/>
          </p:cNvCxnSpPr>
          <p:nvPr/>
        </p:nvCxnSpPr>
        <p:spPr>
          <a:xfrm>
            <a:off x="762000" y="2720183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A4370DF-83A4-7A43-84B5-47EFA835A973}"/>
              </a:ext>
            </a:extLst>
          </p:cNvPr>
          <p:cNvCxnSpPr>
            <a:cxnSpLocks/>
            <a:stCxn id="37" idx="6"/>
            <a:endCxn id="46" idx="2"/>
          </p:cNvCxnSpPr>
          <p:nvPr/>
        </p:nvCxnSpPr>
        <p:spPr>
          <a:xfrm>
            <a:off x="762000" y="3456782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0EF41F6-7E7D-4746-B5BA-E33F8AACDD3A}"/>
              </a:ext>
            </a:extLst>
          </p:cNvPr>
          <p:cNvCxnSpPr>
            <a:cxnSpLocks/>
            <a:stCxn id="37" idx="6"/>
            <a:endCxn id="43" idx="2"/>
          </p:cNvCxnSpPr>
          <p:nvPr/>
        </p:nvCxnSpPr>
        <p:spPr>
          <a:xfrm flipV="1">
            <a:off x="762000" y="2717799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F271589-F31A-8548-A1A9-8E363DC490B7}"/>
              </a:ext>
            </a:extLst>
          </p:cNvPr>
          <p:cNvCxnSpPr>
            <a:cxnSpLocks/>
            <a:stCxn id="37" idx="6"/>
            <a:endCxn id="42" idx="2"/>
          </p:cNvCxnSpPr>
          <p:nvPr/>
        </p:nvCxnSpPr>
        <p:spPr>
          <a:xfrm flipV="1">
            <a:off x="762000" y="1981200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6E567D3-4C4B-0547-8B5F-CCEB65CA29E6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 flipV="1">
            <a:off x="762000" y="1981200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A3574CE-D484-B141-979B-3D957468BCA2}"/>
              </a:ext>
            </a:extLst>
          </p:cNvPr>
          <p:cNvCxnSpPr>
            <a:cxnSpLocks/>
            <a:stCxn id="39" idx="6"/>
            <a:endCxn id="43" idx="2"/>
          </p:cNvCxnSpPr>
          <p:nvPr/>
        </p:nvCxnSpPr>
        <p:spPr>
          <a:xfrm flipV="1">
            <a:off x="762000" y="2717799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EE98790-01FE-B94D-B198-9B5AE88464B2}"/>
              </a:ext>
            </a:extLst>
          </p:cNvPr>
          <p:cNvCxnSpPr>
            <a:cxnSpLocks/>
            <a:stCxn id="39" idx="6"/>
            <a:endCxn id="45" idx="2"/>
          </p:cNvCxnSpPr>
          <p:nvPr/>
        </p:nvCxnSpPr>
        <p:spPr>
          <a:xfrm flipV="1">
            <a:off x="762000" y="3454398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4E60EF2-2C34-714A-8FF9-5D3E24E36813}"/>
              </a:ext>
            </a:extLst>
          </p:cNvPr>
          <p:cNvCxnSpPr>
            <a:cxnSpLocks/>
            <a:stCxn id="39" idx="6"/>
            <a:endCxn id="46" idx="2"/>
          </p:cNvCxnSpPr>
          <p:nvPr/>
        </p:nvCxnSpPr>
        <p:spPr>
          <a:xfrm flipV="1">
            <a:off x="762000" y="48029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7825F59-9CB9-6344-9B57-17527746426F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5A182EC-8071-6645-86B2-10FC3010459A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7691FB5-9F33-5E41-9A0A-D6D0DC947AA9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929864A-6C42-9A4A-AA31-DCE78AC3DFA7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557496D-90FC-8E49-9C3B-FD924BD921F3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6C6287D-0C84-3F44-8E45-3EBFB69B44D5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20AF504-55DC-D34F-844F-3A95DF368096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E9EB7F5-3372-C740-95EA-1E454BE1C05C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3697004-4831-AE43-A5ED-784069FE97F9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29FFCF0-28DA-D845-9BB1-5B73A19C0F95}"/>
              </a:ext>
            </a:extLst>
          </p:cNvPr>
          <p:cNvCxnSpPr>
            <a:cxnSpLocks/>
          </p:cNvCxnSpPr>
          <p:nvPr/>
        </p:nvCxnSpPr>
        <p:spPr>
          <a:xfrm>
            <a:off x="24384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33ABE2A-AB6B-5441-8521-4B340F180538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357EF21-034E-9D4C-80D8-3406AA34893F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AE527D8-4141-8E41-B6C6-33739702ACEA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D28FD8A-010E-CA44-BBA2-FD8BF8416596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09044F1-96A8-DC42-B7B2-1C9CA2F1B66B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7F8137A-5D13-CF43-8EF4-D1F112B22AD6}"/>
              </a:ext>
            </a:extLst>
          </p:cNvPr>
          <p:cNvCxnSpPr>
            <a:cxnSpLocks/>
          </p:cNvCxnSpPr>
          <p:nvPr/>
        </p:nvCxnSpPr>
        <p:spPr>
          <a:xfrm flipV="1">
            <a:off x="24384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D65653C-0165-2C4C-92B7-FE7DC71C3C87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F777358-80CD-3241-98E3-E428B9AF6390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0F675C8-1B24-524F-858C-C86971377E78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05B40515-0F4D-5C46-9A99-79394DF76AA3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A06DE4D-5375-BB40-9268-1C5AC95D4199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D6E92EF-39FC-234C-A220-A3F83E361EEB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03F6A3F-FCF7-FE4C-8D94-82A79307AA97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35386F5-1965-D341-8E1A-C4FAC31BA97F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78BF3F7F-586A-4B42-B3F6-F5AD2C58961F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76F0F04-7C4E-B644-9BCF-ADA074FA9983}"/>
              </a:ext>
            </a:extLst>
          </p:cNvPr>
          <p:cNvCxnSpPr>
            <a:cxnSpLocks/>
          </p:cNvCxnSpPr>
          <p:nvPr/>
        </p:nvCxnSpPr>
        <p:spPr>
          <a:xfrm>
            <a:off x="60198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3AF7B9B-CBF7-1249-A51A-763A66E85AC1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B7FA1F7-B4AA-324B-86F1-2ED5A1CB2D08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12D3E96-08D3-A143-9773-6266F721701B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781899A1-AD76-EC43-8196-67259176AA09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E16F824-6829-FF49-8BE4-F9B0B4363308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A9418F8-DA02-FA4C-AA82-7B0BA7831519}"/>
              </a:ext>
            </a:extLst>
          </p:cNvPr>
          <p:cNvCxnSpPr>
            <a:cxnSpLocks/>
          </p:cNvCxnSpPr>
          <p:nvPr/>
        </p:nvCxnSpPr>
        <p:spPr>
          <a:xfrm flipV="1">
            <a:off x="60198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7C96864B-164A-264C-8D12-EEB1EEF08CBF}"/>
              </a:ext>
            </a:extLst>
          </p:cNvPr>
          <p:cNvSpPr txBox="1"/>
          <p:nvPr/>
        </p:nvSpPr>
        <p:spPr>
          <a:xfrm>
            <a:off x="4528279" y="29308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3D8C7955-1B4B-AD4D-A686-20CD5A764FF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14015" y="5613402"/>
            <a:ext cx="4628677" cy="902645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5B927CD3-EB61-6841-86E9-C1F1725F690F}"/>
              </a:ext>
            </a:extLst>
          </p:cNvPr>
          <p:cNvSpPr txBox="1"/>
          <p:nvPr/>
        </p:nvSpPr>
        <p:spPr>
          <a:xfrm>
            <a:off x="8398132" y="5675332"/>
            <a:ext cx="32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 = nonlinear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4255941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E0E604-8F46-CB42-B967-B166C0C0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Activation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4495E8-752A-154F-931A-209CF0CA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145"/>
            <a:ext cx="12192000" cy="44557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3BCB90-6880-0B47-B165-5AFA4A9C74AD}"/>
              </a:ext>
            </a:extLst>
          </p:cNvPr>
          <p:cNvSpPr txBox="1"/>
          <p:nvPr/>
        </p:nvSpPr>
        <p:spPr>
          <a:xfrm>
            <a:off x="-76200" y="6596390"/>
            <a:ext cx="548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[source: MIT 6.S191 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introtodeeplearning.com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94240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A302-9CEB-6B49-ABD1-29F430BB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Neural Network: Also Learn the Features!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03218-AF12-B84B-9173-EA96ED27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97001"/>
            <a:ext cx="11099800" cy="157479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the deep neural network is just like logistic regression: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3"/>
            <a:endParaRPr lang="en-US" sz="2000" dirty="0"/>
          </a:p>
          <a:p>
            <a:pPr marL="457176" lvl="1" indent="0">
              <a:buNone/>
            </a:pPr>
            <a:r>
              <a:rPr lang="en-US" dirty="0"/>
              <a:t>		just w tends to be a much, much larger vector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marL="457176" lvl="1" indent="0">
              <a:buNone/>
            </a:pPr>
            <a:endParaRPr lang="en-US" dirty="0"/>
          </a:p>
          <a:p>
            <a:pPr lvl="1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just run gradient ascent </a:t>
            </a:r>
          </a:p>
          <a:p>
            <a:pPr marL="457176" lvl="1" indent="0">
              <a:buNone/>
            </a:pPr>
            <a:r>
              <a:rPr lang="en-US" dirty="0">
                <a:sym typeface="Wingdings" pitchFamily="2" charset="2"/>
              </a:rPr>
              <a:t> + stop when log likelihood of hold-out data starts to decrease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FCAC2-35AB-E548-8455-357E85BFE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50" y="2933700"/>
            <a:ext cx="81407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0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229595904_0_144"/>
          <p:cNvSpPr/>
          <p:nvPr/>
        </p:nvSpPr>
        <p:spPr>
          <a:xfrm>
            <a:off x="1066680" y="4419720"/>
            <a:ext cx="10743600" cy="2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719" marR="0" lvl="0" indent="-341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   : learning rate --- tweaking parameter that needs to be chosen carefully</a:t>
            </a:r>
            <a:endParaRPr sz="2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41999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How? Try multiple choices</a:t>
            </a:r>
            <a:endParaRPr sz="2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743040" marR="0" lvl="1" indent="-285120" algn="l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▪"/>
            </a:pPr>
            <a:r>
              <a:rPr lang="en-US" sz="26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Crude rule of thumb: update changes       about 0.1 – 1 %</a:t>
            </a:r>
            <a:endParaRPr sz="2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229595904_0_144"/>
          <p:cNvSpPr/>
          <p:nvPr/>
        </p:nvSpPr>
        <p:spPr>
          <a:xfrm>
            <a:off x="0" y="-25560"/>
            <a:ext cx="121914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Optimization Procedure: Gradient Ascent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2229595904_0_144"/>
          <p:cNvSpPr/>
          <p:nvPr/>
        </p:nvSpPr>
        <p:spPr>
          <a:xfrm>
            <a:off x="3073320" y="1625760"/>
            <a:ext cx="5993700" cy="2259600"/>
          </a:xfrm>
          <a:prstGeom prst="rect">
            <a:avLst/>
          </a:prstGeom>
          <a:noFill/>
          <a:ln w="2555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719" marR="0" lvl="0" indent="-341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init 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2719" marR="0" lvl="0" indent="-341999" algn="l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for iter = 1, 2, …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2229595904_0_144" descr="latex-image-1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8320" y="1828800"/>
            <a:ext cx="316799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2229595904_0_144" descr="latex-image-1.pd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7377" y="4563102"/>
            <a:ext cx="278639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2229595904_0_144" descr="latex-image-1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5720" y="6058445"/>
            <a:ext cx="316799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2229595904_0_1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3880" y="2971800"/>
            <a:ext cx="3923637" cy="4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2229595904_0_144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D0ED-2483-BDF8-FB00-DF44E7CC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02BF-6CD5-837B-F5F9-CEBA9B80A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practice we minimize the loss instead of maximizing the objective function</a:t>
            </a:r>
          </a:p>
          <a:p>
            <a:r>
              <a:rPr lang="en-US" dirty="0"/>
              <a:t>E.g.,</a:t>
            </a:r>
          </a:p>
          <a:p>
            <a:pPr lvl="1"/>
            <a:r>
              <a:rPr lang="en-US" dirty="0"/>
              <a:t>Cross-entropy loss for classification</a:t>
            </a:r>
          </a:p>
          <a:p>
            <a:pPr lvl="1"/>
            <a:r>
              <a:rPr lang="en-US" dirty="0"/>
              <a:t>Mean squared error for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47C23-A35C-EE6B-83B0-4F1EF07D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2229595904_0_488"/>
          <p:cNvSpPr/>
          <p:nvPr/>
        </p:nvSpPr>
        <p:spPr>
          <a:xfrm>
            <a:off x="0" y="-25560"/>
            <a:ext cx="121914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Deep Neural Network: Training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2229595904_0_488"/>
          <p:cNvSpPr/>
          <p:nvPr/>
        </p:nvSpPr>
        <p:spPr>
          <a:xfrm>
            <a:off x="406440" y="1397160"/>
            <a:ext cx="11378400" cy="4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45647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Update weights by </a:t>
            </a:r>
            <a:r>
              <a:rPr lang="en-US" sz="2800" b="1" i="0" u="none" strike="noStrike" cap="none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gradient descent: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9" name="Google Shape;679;g32229595904_0_488"/>
          <p:cNvGrpSpPr/>
          <p:nvPr/>
        </p:nvGrpSpPr>
        <p:grpSpPr>
          <a:xfrm>
            <a:off x="3048120" y="2895480"/>
            <a:ext cx="6323759" cy="3123360"/>
            <a:chOff x="3048120" y="2895480"/>
            <a:chExt cx="6323759" cy="3123360"/>
          </a:xfrm>
        </p:grpSpPr>
        <p:pic>
          <p:nvPicPr>
            <p:cNvPr id="680" name="Google Shape;680;g32229595904_0_488"/>
            <p:cNvPicPr preferRelativeResize="0"/>
            <p:nvPr/>
          </p:nvPicPr>
          <p:blipFill rotWithShape="1">
            <a:blip r:embed="rId3">
              <a:alphaModFix/>
            </a:blip>
            <a:srcRect l="10796" r="-10766"/>
            <a:stretch/>
          </p:blipFill>
          <p:spPr>
            <a:xfrm>
              <a:off x="3048120" y="2895480"/>
              <a:ext cx="6323759" cy="3123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g32229595904_0_488"/>
            <p:cNvSpPr/>
            <p:nvPr/>
          </p:nvSpPr>
          <p:spPr>
            <a:xfrm>
              <a:off x="4096800" y="5526720"/>
              <a:ext cx="418200" cy="40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 b="0" i="0" u="none" strike="noStrike" cap="non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2229595904_0_488"/>
            <p:cNvSpPr/>
            <p:nvPr/>
          </p:nvSpPr>
          <p:spPr>
            <a:xfrm>
              <a:off x="7371000" y="5315400"/>
              <a:ext cx="418200" cy="40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lang="en-US" sz="1800" b="0" i="0" u="none" strike="noStrike" cap="none" baseline="-25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 b="0" i="0" u="none" strike="noStrike" cap="non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3" name="Google Shape;683;g32229595904_0_4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1960" y="1308240"/>
            <a:ext cx="2044441" cy="82512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2229595904_0_4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44E1D-2864-964B-B10F-B9B0DD32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Backpropagation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F68F69E-30C4-0C47-B8FC-5D3604570466}"/>
              </a:ext>
            </a:extLst>
          </p:cNvPr>
          <p:cNvSpPr txBox="1">
            <a:spLocks/>
          </p:cNvSpPr>
          <p:nvPr/>
        </p:nvSpPr>
        <p:spPr bwMode="auto">
          <a:xfrm>
            <a:off x="1219200" y="1344788"/>
            <a:ext cx="10439400" cy="3558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00000"/>
              </a:lnSpc>
              <a:spcBef>
                <a:spcPts val="1676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eaLnBrk="0" fontAlgn="base" hangingPunct="0">
              <a:spcBef>
                <a:spcPts val="1176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b="1" dirty="0">
                <a:solidFill>
                  <a:srgbClr val="000000"/>
                </a:solidFill>
                <a:ea typeface="Calibri"/>
                <a:sym typeface="Calibri"/>
              </a:rPr>
              <a:t>Back-propagation: </a:t>
            </a:r>
            <a:r>
              <a:rPr lang="en-US" sz="2800" dirty="0">
                <a:solidFill>
                  <a:srgbClr val="000000"/>
                </a:solidFill>
                <a:ea typeface="Calibri"/>
                <a:sym typeface="Calibri"/>
              </a:rPr>
              <a:t>gradients are computed in the direction from output to input layers and combined using chain rule</a:t>
            </a:r>
            <a:endParaRPr lang="en-US" sz="2800" dirty="0">
              <a:latin typeface="Arial"/>
              <a:ea typeface="Arial"/>
              <a:cs typeface="Arial"/>
              <a:sym typeface="Arial"/>
            </a:endParaRPr>
          </a:p>
          <a:p>
            <a:endParaRPr lang="en-US" sz="2667" kern="0" dirty="0"/>
          </a:p>
          <a:p>
            <a:endParaRPr lang="en-US" sz="2667" kern="0" dirty="0"/>
          </a:p>
          <a:p>
            <a:r>
              <a:rPr lang="en-US" sz="2667" kern="0" dirty="0"/>
              <a:t>CHAIN RULE:</a:t>
            </a:r>
          </a:p>
          <a:p>
            <a:pPr marL="1219170" lvl="2" indent="0">
              <a:buNone/>
            </a:pPr>
            <a:r>
              <a:rPr lang="en-US" sz="2400" kern="0" dirty="0"/>
              <a:t>If </a:t>
            </a:r>
          </a:p>
          <a:p>
            <a:pPr marL="1219170" lvl="2" indent="0">
              <a:buNone/>
            </a:pPr>
            <a:endParaRPr lang="en-US" sz="2400" kern="0" dirty="0"/>
          </a:p>
          <a:p>
            <a:pPr marL="1219170" lvl="2" indent="0">
              <a:buNone/>
            </a:pPr>
            <a:r>
              <a:rPr lang="en-US" sz="2400" kern="0" dirty="0"/>
              <a:t>Then</a:t>
            </a:r>
          </a:p>
          <a:p>
            <a:pPr marL="1219170" lvl="2" indent="0">
              <a:buNone/>
            </a:pPr>
            <a:r>
              <a:rPr lang="en-US" sz="2400" b="1" kern="0" dirty="0">
                <a:sym typeface="Wingdings" pitchFamily="2" charset="2"/>
              </a:rPr>
              <a:t> Derivatives can be computed by following well-defined procedures</a:t>
            </a:r>
            <a:endParaRPr lang="en-US" sz="2400" b="1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0502A-BE16-C14A-942E-0C4E494AC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605" y="3350730"/>
            <a:ext cx="2743200" cy="443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712007-2E18-2849-81F7-6FC2178C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605" y="4062173"/>
            <a:ext cx="3448680" cy="4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3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D2B0-1EF8-68F5-B024-D962DD93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295"/>
          </a:xfrm>
        </p:spPr>
        <p:txBody>
          <a:bodyPr/>
          <a:lstStyle/>
          <a:p>
            <a:r>
              <a:rPr lang="en-US" dirty="0"/>
              <a:t> The Training Loop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E538-039E-0F24-0FDD-9D2F7981E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240"/>
            <a:ext cx="10515600" cy="4637723"/>
          </a:xfrm>
        </p:spPr>
        <p:txBody>
          <a:bodyPr>
            <a:normAutofit/>
          </a:bodyPr>
          <a:lstStyle/>
          <a:p>
            <a:r>
              <a:rPr lang="en-US" dirty="0"/>
              <a:t>Repeat for multiple epochs</a:t>
            </a:r>
          </a:p>
          <a:p>
            <a:pPr lvl="1"/>
            <a:r>
              <a:rPr lang="en-US" dirty="0"/>
              <a:t>Get a batch of data</a:t>
            </a:r>
          </a:p>
          <a:p>
            <a:pPr lvl="1"/>
            <a:r>
              <a:rPr lang="en-US" dirty="0"/>
              <a:t>Forward pass: Calculate predictions</a:t>
            </a:r>
          </a:p>
          <a:p>
            <a:pPr lvl="1"/>
            <a:r>
              <a:rPr lang="en-US" dirty="0"/>
              <a:t>Calculate Loss</a:t>
            </a:r>
          </a:p>
          <a:p>
            <a:pPr lvl="1"/>
            <a:r>
              <a:rPr lang="en-US" dirty="0"/>
              <a:t>Backward pass: Calculate gradients (Backprop)</a:t>
            </a:r>
          </a:p>
          <a:p>
            <a:pPr lvl="1"/>
            <a:r>
              <a:rPr lang="en-US" dirty="0"/>
              <a:t>Update weights/biases (Optimizer)</a:t>
            </a:r>
          </a:p>
          <a:p>
            <a:pPr lvl="1"/>
            <a:endParaRPr lang="en-US" dirty="0"/>
          </a:p>
          <a:p>
            <a:r>
              <a:rPr lang="en-US" dirty="0"/>
              <a:t>We usually have a number of hyperparameters to tune</a:t>
            </a:r>
          </a:p>
          <a:p>
            <a:pPr lvl="1"/>
            <a:r>
              <a:rPr lang="en-US" dirty="0"/>
              <a:t>Optimizer hyperparameters like learning rate </a:t>
            </a:r>
          </a:p>
          <a:p>
            <a:pPr lvl="1"/>
            <a:r>
              <a:rPr lang="en-US" dirty="0"/>
              <a:t>Batch size</a:t>
            </a:r>
          </a:p>
          <a:p>
            <a:pPr lvl="1"/>
            <a:r>
              <a:rPr lang="en-US"/>
              <a:t>Epochs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B6181-CEC0-2AE0-2C5F-FFD92900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84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E33D-1843-0CC8-33FB-E5F486AD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E4E4-E7AF-E903-C6FE-A57BE125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connected </a:t>
            </a:r>
          </a:p>
          <a:p>
            <a:r>
              <a:rPr lang="en-US" dirty="0"/>
              <a:t>Convolution </a:t>
            </a:r>
          </a:p>
          <a:p>
            <a:r>
              <a:rPr lang="en-US" dirty="0"/>
              <a:t>Recurrent</a:t>
            </a:r>
          </a:p>
          <a:p>
            <a:r>
              <a:rPr lang="en-US" dirty="0"/>
              <a:t>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23B83-7D7B-99B5-19F4-9D153FA0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65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4200-45BB-5A01-E821-E282CC1B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connected layers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7FEA5-6F3E-FBA0-5718-AB1476C9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3EBCA-C639-73B2-6277-1B05E1B65EC4}"/>
              </a:ext>
            </a:extLst>
          </p:cNvPr>
          <p:cNvSpPr/>
          <p:nvPr/>
        </p:nvSpPr>
        <p:spPr>
          <a:xfrm>
            <a:off x="9122032" y="211058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E63890-6225-74E3-6CD1-99EA7E2B0210}"/>
              </a:ext>
            </a:extLst>
          </p:cNvPr>
          <p:cNvSpPr/>
          <p:nvPr/>
        </p:nvSpPr>
        <p:spPr>
          <a:xfrm>
            <a:off x="9122032" y="3001967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F5DB35-F32B-9815-6BCF-4EC4125A2C25}"/>
              </a:ext>
            </a:extLst>
          </p:cNvPr>
          <p:cNvSpPr/>
          <p:nvPr/>
        </p:nvSpPr>
        <p:spPr>
          <a:xfrm>
            <a:off x="9122032" y="38909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577387-459D-6632-6BB8-2A8119793AF6}"/>
              </a:ext>
            </a:extLst>
          </p:cNvPr>
          <p:cNvSpPr/>
          <p:nvPr/>
        </p:nvSpPr>
        <p:spPr>
          <a:xfrm>
            <a:off x="7064632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8445CA-E1FF-4150-5C97-CFFC393673AD}"/>
              </a:ext>
            </a:extLst>
          </p:cNvPr>
          <p:cNvSpPr/>
          <p:nvPr/>
        </p:nvSpPr>
        <p:spPr>
          <a:xfrm>
            <a:off x="7064632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0805DD-49A4-9511-07CA-6A0E85C06885}"/>
              </a:ext>
            </a:extLst>
          </p:cNvPr>
          <p:cNvSpPr/>
          <p:nvPr/>
        </p:nvSpPr>
        <p:spPr>
          <a:xfrm>
            <a:off x="7064632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7D537A-4C1B-48CE-F14B-462C1A435524}"/>
              </a:ext>
            </a:extLst>
          </p:cNvPr>
          <p:cNvSpPr/>
          <p:nvPr/>
        </p:nvSpPr>
        <p:spPr>
          <a:xfrm>
            <a:off x="7064632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EAA7DC-761B-D471-10B8-42E306DAF484}"/>
              </a:ext>
            </a:extLst>
          </p:cNvPr>
          <p:cNvCxnSpPr>
            <a:stCxn id="8" idx="6"/>
            <a:endCxn id="5" idx="2"/>
          </p:cNvCxnSpPr>
          <p:nvPr/>
        </p:nvCxnSpPr>
        <p:spPr>
          <a:xfrm>
            <a:off x="7674232" y="1983584"/>
            <a:ext cx="1447800" cy="431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D1A55C-D9AF-9F9F-1C88-AEEDB355CD2E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7674232" y="1983584"/>
            <a:ext cx="1447800" cy="2212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88421D-5482-91F7-D09B-FD10BF3D6E06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>
            <a:off x="7674232" y="2720183"/>
            <a:ext cx="1447800" cy="1475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F3DD2B-FA06-9732-368C-2328B86835BF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7674232" y="3456782"/>
            <a:ext cx="1447800" cy="73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01C6F0-DFBC-17F9-A385-51DD07CDB30A}"/>
              </a:ext>
            </a:extLst>
          </p:cNvPr>
          <p:cNvCxnSpPr>
            <a:cxnSpLocks/>
            <a:stCxn id="11" idx="6"/>
            <a:endCxn id="7" idx="2"/>
          </p:cNvCxnSpPr>
          <p:nvPr/>
        </p:nvCxnSpPr>
        <p:spPr>
          <a:xfrm flipV="1">
            <a:off x="7674232" y="4195768"/>
            <a:ext cx="144780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4EC2EA-706D-CDAC-112A-5869AA001C7E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7674232" y="1983584"/>
            <a:ext cx="1447800" cy="1323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3A35E3-8664-26C2-2DEC-E55EC4833530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7674232" y="3306767"/>
            <a:ext cx="1447800" cy="150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F9CE36-39D3-3E06-0E3B-016C2381614E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 flipV="1">
            <a:off x="7674232" y="2415387"/>
            <a:ext cx="1447800" cy="1041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1A14B8-48E2-3AF8-F549-C698C30D1BC9}"/>
              </a:ext>
            </a:extLst>
          </p:cNvPr>
          <p:cNvCxnSpPr>
            <a:cxnSpLocks/>
            <a:stCxn id="9" idx="6"/>
            <a:endCxn id="5" idx="2"/>
          </p:cNvCxnSpPr>
          <p:nvPr/>
        </p:nvCxnSpPr>
        <p:spPr>
          <a:xfrm flipV="1">
            <a:off x="7674232" y="2415387"/>
            <a:ext cx="1447800" cy="304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2ADF80-7CCF-54DC-D3A2-00D5BF70B98A}"/>
              </a:ext>
            </a:extLst>
          </p:cNvPr>
          <p:cNvCxnSpPr>
            <a:cxnSpLocks/>
            <a:stCxn id="9" idx="6"/>
            <a:endCxn id="6" idx="2"/>
          </p:cNvCxnSpPr>
          <p:nvPr/>
        </p:nvCxnSpPr>
        <p:spPr>
          <a:xfrm>
            <a:off x="7674232" y="2720183"/>
            <a:ext cx="1447800" cy="586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7A5B96-1D95-F74E-4574-05F4154383A0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674232" y="3306767"/>
            <a:ext cx="1447800" cy="149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BB20C4-FA77-75EA-80D4-2EBAAEC8074F}"/>
              </a:ext>
            </a:extLst>
          </p:cNvPr>
          <p:cNvCxnSpPr>
            <a:cxnSpLocks/>
            <a:stCxn id="11" idx="6"/>
            <a:endCxn id="5" idx="2"/>
          </p:cNvCxnSpPr>
          <p:nvPr/>
        </p:nvCxnSpPr>
        <p:spPr>
          <a:xfrm flipV="1">
            <a:off x="7674232" y="2415387"/>
            <a:ext cx="1447800" cy="238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0DE2E77-9E1B-034E-C4E8-C5C10229789D}"/>
              </a:ext>
            </a:extLst>
          </p:cNvPr>
          <p:cNvSpPr/>
          <p:nvPr/>
        </p:nvSpPr>
        <p:spPr>
          <a:xfrm>
            <a:off x="10170777" y="1857775"/>
            <a:ext cx="399055" cy="2897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B778A4-35A2-6392-F2F8-48688D0ACC82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9731632" y="241538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0ABAE6-4F42-D9C8-B17A-656C09B14FD6}"/>
              </a:ext>
            </a:extLst>
          </p:cNvPr>
          <p:cNvCxnSpPr>
            <a:cxnSpLocks/>
            <a:stCxn id="6" idx="6"/>
            <a:endCxn id="24" idx="1"/>
          </p:cNvCxnSpPr>
          <p:nvPr/>
        </p:nvCxnSpPr>
        <p:spPr>
          <a:xfrm>
            <a:off x="9731632" y="3306767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1B0C58-C6FE-6D3B-D891-637F229D00C0}"/>
              </a:ext>
            </a:extLst>
          </p:cNvPr>
          <p:cNvCxnSpPr>
            <a:cxnSpLocks/>
          </p:cNvCxnSpPr>
          <p:nvPr/>
        </p:nvCxnSpPr>
        <p:spPr>
          <a:xfrm>
            <a:off x="9731632" y="4166699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4ED2FC-C727-E77B-3BF1-676910605A06}"/>
              </a:ext>
            </a:extLst>
          </p:cNvPr>
          <p:cNvCxnSpPr>
            <a:cxnSpLocks/>
          </p:cNvCxnSpPr>
          <p:nvPr/>
        </p:nvCxnSpPr>
        <p:spPr>
          <a:xfrm>
            <a:off x="10569832" y="243705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933CC4-AC69-3243-7675-F7617FF1D59F}"/>
              </a:ext>
            </a:extLst>
          </p:cNvPr>
          <p:cNvCxnSpPr>
            <a:cxnSpLocks/>
          </p:cNvCxnSpPr>
          <p:nvPr/>
        </p:nvCxnSpPr>
        <p:spPr>
          <a:xfrm>
            <a:off x="10569832" y="3328431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4C3E835-CD3E-7D04-8286-164D97EF3AF2}"/>
              </a:ext>
            </a:extLst>
          </p:cNvPr>
          <p:cNvCxnSpPr>
            <a:cxnSpLocks/>
          </p:cNvCxnSpPr>
          <p:nvPr/>
        </p:nvCxnSpPr>
        <p:spPr>
          <a:xfrm>
            <a:off x="10569832" y="4188363"/>
            <a:ext cx="439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34859DB-86B1-2434-E268-92002B34359F}"/>
              </a:ext>
            </a:extLst>
          </p:cNvPr>
          <p:cNvSpPr txBox="1"/>
          <p:nvPr/>
        </p:nvSpPr>
        <p:spPr>
          <a:xfrm>
            <a:off x="10221270" y="2213256"/>
            <a:ext cx="252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softmax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C26639-137E-AA3E-3E05-139FB98DE614}"/>
              </a:ext>
            </a:extLst>
          </p:cNvPr>
          <p:cNvSpPr txBox="1"/>
          <p:nvPr/>
        </p:nvSpPr>
        <p:spPr>
          <a:xfrm>
            <a:off x="7162800" y="39647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9891753-FBAA-0DA6-6E5F-1706083BEDEF}"/>
              </a:ext>
            </a:extLst>
          </p:cNvPr>
          <p:cNvSpPr/>
          <p:nvPr/>
        </p:nvSpPr>
        <p:spPr>
          <a:xfrm>
            <a:off x="1524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33C9F8-F933-E386-5561-6D3398CAA0B7}"/>
              </a:ext>
            </a:extLst>
          </p:cNvPr>
          <p:cNvSpPr/>
          <p:nvPr/>
        </p:nvSpPr>
        <p:spPr>
          <a:xfrm>
            <a:off x="1524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E107D-A65E-A62B-3865-9A3E3EFA9686}"/>
              </a:ext>
            </a:extLst>
          </p:cNvPr>
          <p:cNvSpPr/>
          <p:nvPr/>
        </p:nvSpPr>
        <p:spPr>
          <a:xfrm>
            <a:off x="1524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5B5FBCF-B032-224E-2810-A8543392B3C1}"/>
              </a:ext>
            </a:extLst>
          </p:cNvPr>
          <p:cNvSpPr/>
          <p:nvPr/>
        </p:nvSpPr>
        <p:spPr>
          <a:xfrm>
            <a:off x="1524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E29BE6-99AB-8D51-C268-8A03D4F71C4C}"/>
              </a:ext>
            </a:extLst>
          </p:cNvPr>
          <p:cNvSpPr txBox="1"/>
          <p:nvPr/>
        </p:nvSpPr>
        <p:spPr>
          <a:xfrm>
            <a:off x="2286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39E7B49-29EF-0CDE-866B-B798B9AC2D09}"/>
              </a:ext>
            </a:extLst>
          </p:cNvPr>
          <p:cNvSpPr/>
          <p:nvPr/>
        </p:nvSpPr>
        <p:spPr>
          <a:xfrm>
            <a:off x="1828800" y="1676400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003338A-E02A-4317-2616-191DB9C5DB9C}"/>
              </a:ext>
            </a:extLst>
          </p:cNvPr>
          <p:cNvSpPr/>
          <p:nvPr/>
        </p:nvSpPr>
        <p:spPr>
          <a:xfrm>
            <a:off x="1828800" y="2412999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FAFEA3-7E70-8EA9-17FE-8E4C45036AAF}"/>
              </a:ext>
            </a:extLst>
          </p:cNvPr>
          <p:cNvSpPr/>
          <p:nvPr/>
        </p:nvSpPr>
        <p:spPr>
          <a:xfrm>
            <a:off x="1828800" y="314959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DBE4BB4-06ED-DAB3-1715-A8E53EC63CA2}"/>
              </a:ext>
            </a:extLst>
          </p:cNvPr>
          <p:cNvSpPr/>
          <p:nvPr/>
        </p:nvSpPr>
        <p:spPr>
          <a:xfrm>
            <a:off x="1828800" y="44981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19001D-BAAB-655E-BEC3-700E3E0CEA9F}"/>
              </a:ext>
            </a:extLst>
          </p:cNvPr>
          <p:cNvSpPr txBox="1"/>
          <p:nvPr/>
        </p:nvSpPr>
        <p:spPr>
          <a:xfrm>
            <a:off x="1905000" y="3897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8DCB561-6DAF-4EF7-702C-3195C8B73E39}"/>
              </a:ext>
            </a:extLst>
          </p:cNvPr>
          <p:cNvSpPr/>
          <p:nvPr/>
        </p:nvSpPr>
        <p:spPr>
          <a:xfrm>
            <a:off x="3505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DE0696-497B-FB41-1F8C-962CF8C54536}"/>
              </a:ext>
            </a:extLst>
          </p:cNvPr>
          <p:cNvSpPr/>
          <p:nvPr/>
        </p:nvSpPr>
        <p:spPr>
          <a:xfrm>
            <a:off x="3505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EE8E9C4-8B0D-77C6-87B3-54F4D2067B7F}"/>
              </a:ext>
            </a:extLst>
          </p:cNvPr>
          <p:cNvSpPr/>
          <p:nvPr/>
        </p:nvSpPr>
        <p:spPr>
          <a:xfrm>
            <a:off x="3505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00E4A7-53FF-8D8D-F537-0678C6D1C08D}"/>
              </a:ext>
            </a:extLst>
          </p:cNvPr>
          <p:cNvSpPr/>
          <p:nvPr/>
        </p:nvSpPr>
        <p:spPr>
          <a:xfrm>
            <a:off x="3505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002713-1AF2-2979-F97A-CC635EF2C63A}"/>
              </a:ext>
            </a:extLst>
          </p:cNvPr>
          <p:cNvSpPr txBox="1"/>
          <p:nvPr/>
        </p:nvSpPr>
        <p:spPr>
          <a:xfrm>
            <a:off x="3581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06B44-7035-67DD-00C3-9ECCCFE3F78C}"/>
              </a:ext>
            </a:extLst>
          </p:cNvPr>
          <p:cNvSpPr/>
          <p:nvPr/>
        </p:nvSpPr>
        <p:spPr>
          <a:xfrm>
            <a:off x="5410200" y="1678784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87AA2F2-561C-0B17-2444-E54BA466530C}"/>
              </a:ext>
            </a:extLst>
          </p:cNvPr>
          <p:cNvSpPr/>
          <p:nvPr/>
        </p:nvSpPr>
        <p:spPr>
          <a:xfrm>
            <a:off x="5410200" y="2415383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B6E0A7B-3D8C-38B7-49FE-C054B2946B1E}"/>
              </a:ext>
            </a:extLst>
          </p:cNvPr>
          <p:cNvSpPr/>
          <p:nvPr/>
        </p:nvSpPr>
        <p:spPr>
          <a:xfrm>
            <a:off x="5410200" y="3151982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4F727FC-579A-9D56-33E4-E916A88A3F18}"/>
              </a:ext>
            </a:extLst>
          </p:cNvPr>
          <p:cNvSpPr/>
          <p:nvPr/>
        </p:nvSpPr>
        <p:spPr>
          <a:xfrm>
            <a:off x="5410200" y="4500568"/>
            <a:ext cx="609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DB18B0-9DA8-E76F-184D-B5802AA7A916}"/>
              </a:ext>
            </a:extLst>
          </p:cNvPr>
          <p:cNvSpPr txBox="1"/>
          <p:nvPr/>
        </p:nvSpPr>
        <p:spPr>
          <a:xfrm>
            <a:off x="5486400" y="39002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9418F83-70D8-E5BA-B9D8-F77F71AE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22" y="1791880"/>
            <a:ext cx="372778" cy="34410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464F4E9-C0A5-A4E3-1C23-F13ED71AC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11" y="2530866"/>
            <a:ext cx="372778" cy="34410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5C0046-57CB-7FA4-5C3D-ED16AA8FF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179" y="3300221"/>
            <a:ext cx="372778" cy="35127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DA4A533-1495-253E-F6CE-DF448D20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641" y="4630281"/>
            <a:ext cx="462715" cy="34540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FC4D3B0-7E54-CA91-7B5D-7CF10E365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1933" y="4613010"/>
            <a:ext cx="537661" cy="37994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F926763-E107-654E-39B4-AE3EC33B21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885" y="4630281"/>
            <a:ext cx="462715" cy="34540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87415BB-9E46-CC09-95CC-AED3E2B68C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4565" y="1817269"/>
            <a:ext cx="372778" cy="34410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A154296-69DF-4098-0E56-CDF12A0306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467" y="2530866"/>
            <a:ext cx="372778" cy="34410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E122B79-6E22-7380-69CB-DCA1B9DBF3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7260" y="3291039"/>
            <a:ext cx="338889" cy="31933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4CD1E51-85A9-5177-B537-D7AC86DF67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4502" y="3259105"/>
            <a:ext cx="394285" cy="35127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591B99F-E966-00B1-EB2C-1F593216C4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2785" y="2504765"/>
            <a:ext cx="433714" cy="37851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943B716-9E7B-6172-C91E-3B99064A08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4257" y="1803124"/>
            <a:ext cx="394285" cy="3441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97640F9-7135-2D8B-7859-2729200C02C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0742" y="2286104"/>
            <a:ext cx="554762" cy="25853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864B667-CC7C-C243-4D5D-3C2C84B405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3513" y="3199165"/>
            <a:ext cx="554762" cy="25853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28FA4BE-54B1-C640-A020-35E1A096B2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8838" y="4073494"/>
            <a:ext cx="554762" cy="26391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803388B-22FA-CFD8-4A8D-F0028DE56D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86400" y="3319869"/>
            <a:ext cx="490130" cy="26391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DCA5653-B24B-3E5E-B6E0-5FECA5BB271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0" y="2639453"/>
            <a:ext cx="490130" cy="25853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0AB2610-4ADE-8E68-1470-FB829FFB67D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10905" y="1877453"/>
            <a:ext cx="490130" cy="2585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A18AB2B-7A61-FA3B-7360-CF560382C6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77153" y="4739771"/>
            <a:ext cx="471835" cy="235916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2A8803-F4B4-BDB3-B356-CB00B6A0F30E}"/>
              </a:ext>
            </a:extLst>
          </p:cNvPr>
          <p:cNvCxnSpPr>
            <a:cxnSpLocks/>
            <a:stCxn id="33" idx="6"/>
            <a:endCxn id="38" idx="2"/>
          </p:cNvCxnSpPr>
          <p:nvPr/>
        </p:nvCxnSpPr>
        <p:spPr>
          <a:xfrm flipV="1">
            <a:off x="762000" y="1981200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053E1B-2D06-403A-7735-35030842D69C}"/>
              </a:ext>
            </a:extLst>
          </p:cNvPr>
          <p:cNvCxnSpPr>
            <a:cxnSpLocks/>
            <a:stCxn id="33" idx="6"/>
            <a:endCxn id="39" idx="2"/>
          </p:cNvCxnSpPr>
          <p:nvPr/>
        </p:nvCxnSpPr>
        <p:spPr>
          <a:xfrm>
            <a:off x="762000" y="1983584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00D0B8-CC0C-CE6B-A544-9D12EDC95C8A}"/>
              </a:ext>
            </a:extLst>
          </p:cNvPr>
          <p:cNvCxnSpPr>
            <a:cxnSpLocks/>
            <a:stCxn id="33" idx="6"/>
            <a:endCxn id="40" idx="2"/>
          </p:cNvCxnSpPr>
          <p:nvPr/>
        </p:nvCxnSpPr>
        <p:spPr>
          <a:xfrm>
            <a:off x="762000" y="1983584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51B5076-2D4C-C866-6555-493D74BEA103}"/>
              </a:ext>
            </a:extLst>
          </p:cNvPr>
          <p:cNvCxnSpPr>
            <a:cxnSpLocks/>
            <a:stCxn id="33" idx="6"/>
            <a:endCxn id="41" idx="2"/>
          </p:cNvCxnSpPr>
          <p:nvPr/>
        </p:nvCxnSpPr>
        <p:spPr>
          <a:xfrm>
            <a:off x="762000" y="1983584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D3BF6B3-1CC7-1DA8-9471-E74CBC10F799}"/>
              </a:ext>
            </a:extLst>
          </p:cNvPr>
          <p:cNvCxnSpPr>
            <a:cxnSpLocks/>
            <a:stCxn id="34" idx="6"/>
            <a:endCxn id="38" idx="2"/>
          </p:cNvCxnSpPr>
          <p:nvPr/>
        </p:nvCxnSpPr>
        <p:spPr>
          <a:xfrm flipV="1">
            <a:off x="762000" y="1981200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E3578EC-02B3-3201-A7E8-797BD9B85C12}"/>
              </a:ext>
            </a:extLst>
          </p:cNvPr>
          <p:cNvCxnSpPr>
            <a:cxnSpLocks/>
            <a:stCxn id="34" idx="6"/>
            <a:endCxn id="41" idx="2"/>
          </p:cNvCxnSpPr>
          <p:nvPr/>
        </p:nvCxnSpPr>
        <p:spPr>
          <a:xfrm>
            <a:off x="762000" y="2720183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62A2F78-6D18-37E6-B140-2CBBAA657B8D}"/>
              </a:ext>
            </a:extLst>
          </p:cNvPr>
          <p:cNvCxnSpPr>
            <a:cxnSpLocks/>
            <a:stCxn id="35" idx="6"/>
            <a:endCxn id="40" idx="2"/>
          </p:cNvCxnSpPr>
          <p:nvPr/>
        </p:nvCxnSpPr>
        <p:spPr>
          <a:xfrm flipV="1">
            <a:off x="762000" y="345439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95D14E1-5DAA-3E1A-E148-011EE0A3838C}"/>
              </a:ext>
            </a:extLst>
          </p:cNvPr>
          <p:cNvCxnSpPr>
            <a:cxnSpLocks/>
            <a:stCxn id="34" idx="6"/>
            <a:endCxn id="39" idx="2"/>
          </p:cNvCxnSpPr>
          <p:nvPr/>
        </p:nvCxnSpPr>
        <p:spPr>
          <a:xfrm flipV="1">
            <a:off x="762000" y="2717799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F942817-5972-919C-6453-0B84CAD472B2}"/>
              </a:ext>
            </a:extLst>
          </p:cNvPr>
          <p:cNvCxnSpPr>
            <a:cxnSpLocks/>
            <a:stCxn id="34" idx="6"/>
            <a:endCxn id="40" idx="2"/>
          </p:cNvCxnSpPr>
          <p:nvPr/>
        </p:nvCxnSpPr>
        <p:spPr>
          <a:xfrm>
            <a:off x="762000" y="2720183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A19335E-6B5D-80CE-1910-7A2C3D53AE41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>
            <a:off x="762000" y="3456782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E516B57-2285-6F06-377E-ABFF625E9D61}"/>
              </a:ext>
            </a:extLst>
          </p:cNvPr>
          <p:cNvCxnSpPr>
            <a:cxnSpLocks/>
            <a:stCxn id="35" idx="6"/>
            <a:endCxn id="39" idx="2"/>
          </p:cNvCxnSpPr>
          <p:nvPr/>
        </p:nvCxnSpPr>
        <p:spPr>
          <a:xfrm flipV="1">
            <a:off x="762000" y="2717799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143EDEA-9FCC-E9E6-12BF-DD6DF31F84AA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 flipV="1">
            <a:off x="762000" y="1981200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1F776F3-D60F-0B78-202E-1E9CF17772DE}"/>
              </a:ext>
            </a:extLst>
          </p:cNvPr>
          <p:cNvCxnSpPr>
            <a:cxnSpLocks/>
            <a:stCxn id="36" idx="6"/>
            <a:endCxn id="38" idx="2"/>
          </p:cNvCxnSpPr>
          <p:nvPr/>
        </p:nvCxnSpPr>
        <p:spPr>
          <a:xfrm flipV="1">
            <a:off x="762000" y="1981200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917E06A-45B0-006A-3DC1-B30AC853864A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762000" y="2717799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65B9746-6FD9-91E6-D2D8-6B81DDE29A9E}"/>
              </a:ext>
            </a:extLst>
          </p:cNvPr>
          <p:cNvCxnSpPr>
            <a:cxnSpLocks/>
            <a:stCxn id="36" idx="6"/>
            <a:endCxn id="40" idx="2"/>
          </p:cNvCxnSpPr>
          <p:nvPr/>
        </p:nvCxnSpPr>
        <p:spPr>
          <a:xfrm flipV="1">
            <a:off x="762000" y="3454398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E727FD1-21DD-1C33-C8C8-588E35FC6320}"/>
              </a:ext>
            </a:extLst>
          </p:cNvPr>
          <p:cNvCxnSpPr>
            <a:cxnSpLocks/>
            <a:stCxn id="36" idx="6"/>
            <a:endCxn id="41" idx="2"/>
          </p:cNvCxnSpPr>
          <p:nvPr/>
        </p:nvCxnSpPr>
        <p:spPr>
          <a:xfrm flipV="1">
            <a:off x="762000" y="48029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E8E00A7-0C4E-7F13-C643-8DC916CA3E01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AA512D0-5CFE-8051-11FC-327D9126E5DF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07BF5F7-F118-A401-0992-70699FFE5B30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BA33EA9-8915-0D1B-0A3B-B9F1498DCFF3}"/>
              </a:ext>
            </a:extLst>
          </p:cNvPr>
          <p:cNvCxnSpPr>
            <a:cxnSpLocks/>
          </p:cNvCxnSpPr>
          <p:nvPr/>
        </p:nvCxnSpPr>
        <p:spPr>
          <a:xfrm>
            <a:off x="24384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9969A85-D999-B1F4-A6EA-FBCF97E8A912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2730A50-03E2-F3C3-DBA9-33F2A2A2205E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8FA4BA4-4423-4973-3B95-25F1CDC6EA6D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FFB059E-B5FA-E4F3-B40C-5B74CF413303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B296AAC-B9DD-4446-D52B-E45FC7AB2576}"/>
              </a:ext>
            </a:extLst>
          </p:cNvPr>
          <p:cNvCxnSpPr>
            <a:cxnSpLocks/>
          </p:cNvCxnSpPr>
          <p:nvPr/>
        </p:nvCxnSpPr>
        <p:spPr>
          <a:xfrm>
            <a:off x="24384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D350D14-7E37-EDC4-C47F-3683E2E59AB7}"/>
              </a:ext>
            </a:extLst>
          </p:cNvPr>
          <p:cNvCxnSpPr>
            <a:cxnSpLocks/>
          </p:cNvCxnSpPr>
          <p:nvPr/>
        </p:nvCxnSpPr>
        <p:spPr>
          <a:xfrm>
            <a:off x="24384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B5D940-C200-7E87-8C99-9D2A1E4B2F57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34D2487-2CEE-00F3-74A5-302F796E2FD7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AC198E9-2042-A5C4-595E-CC73CE9DAAB8}"/>
              </a:ext>
            </a:extLst>
          </p:cNvPr>
          <p:cNvCxnSpPr>
            <a:cxnSpLocks/>
          </p:cNvCxnSpPr>
          <p:nvPr/>
        </p:nvCxnSpPr>
        <p:spPr>
          <a:xfrm flipV="1">
            <a:off x="24384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9F58AA6-62BC-32F5-E447-D2D658B4B863}"/>
              </a:ext>
            </a:extLst>
          </p:cNvPr>
          <p:cNvCxnSpPr>
            <a:cxnSpLocks/>
          </p:cNvCxnSpPr>
          <p:nvPr/>
        </p:nvCxnSpPr>
        <p:spPr>
          <a:xfrm flipV="1">
            <a:off x="24384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D2B0447-49D0-33AD-8212-FB7768961A4C}"/>
              </a:ext>
            </a:extLst>
          </p:cNvPr>
          <p:cNvCxnSpPr>
            <a:cxnSpLocks/>
          </p:cNvCxnSpPr>
          <p:nvPr/>
        </p:nvCxnSpPr>
        <p:spPr>
          <a:xfrm flipV="1">
            <a:off x="24384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730D017-DE03-8B04-8E54-60C758EE1FDD}"/>
              </a:ext>
            </a:extLst>
          </p:cNvPr>
          <p:cNvCxnSpPr>
            <a:cxnSpLocks/>
          </p:cNvCxnSpPr>
          <p:nvPr/>
        </p:nvCxnSpPr>
        <p:spPr>
          <a:xfrm flipV="1">
            <a:off x="24384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98EB096-6EB3-97C1-8B63-4B24CCD8B770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2CC5180-94F5-5290-000B-7ECC9D19A831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5E65BBE-ABFA-6100-6448-619EC89B4B39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14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71F31BB-629B-24CE-3D2E-E968C65A41E8}"/>
              </a:ext>
            </a:extLst>
          </p:cNvPr>
          <p:cNvCxnSpPr>
            <a:cxnSpLocks/>
          </p:cNvCxnSpPr>
          <p:nvPr/>
        </p:nvCxnSpPr>
        <p:spPr>
          <a:xfrm>
            <a:off x="6019800" y="1985968"/>
            <a:ext cx="1066800" cy="2819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8AF1426-B9C6-6C3B-1CC9-6A856491AB0C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6477FD2-C404-20EB-507C-533C08F13B76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2082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A033466-E58C-E7DE-3E46-FAF4E05AE5E7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C757619-44D0-73DD-8C14-80384C0E2505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98B1855-8BD5-58C1-6715-41725885B540}"/>
              </a:ext>
            </a:extLst>
          </p:cNvPr>
          <p:cNvCxnSpPr>
            <a:cxnSpLocks/>
          </p:cNvCxnSpPr>
          <p:nvPr/>
        </p:nvCxnSpPr>
        <p:spPr>
          <a:xfrm>
            <a:off x="6019800" y="2722567"/>
            <a:ext cx="1066800" cy="734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E5602C0-78DC-3F07-5573-3D72247E2659}"/>
              </a:ext>
            </a:extLst>
          </p:cNvPr>
          <p:cNvCxnSpPr>
            <a:cxnSpLocks/>
          </p:cNvCxnSpPr>
          <p:nvPr/>
        </p:nvCxnSpPr>
        <p:spPr>
          <a:xfrm>
            <a:off x="6019800" y="3459166"/>
            <a:ext cx="1066800" cy="134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40EE20A-77F3-95E0-1A8D-44B5EABB9483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73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5C93176-C1F7-940D-C7C8-2535CEF27DE8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14755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B87BFC6-3330-BD58-2E65-3DD3D8DE77BF}"/>
              </a:ext>
            </a:extLst>
          </p:cNvPr>
          <p:cNvCxnSpPr>
            <a:cxnSpLocks/>
          </p:cNvCxnSpPr>
          <p:nvPr/>
        </p:nvCxnSpPr>
        <p:spPr>
          <a:xfrm flipV="1">
            <a:off x="6019800" y="1983584"/>
            <a:ext cx="1066800" cy="2824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118A86D-A9BB-6CFF-C831-E8AF4FECA856}"/>
              </a:ext>
            </a:extLst>
          </p:cNvPr>
          <p:cNvCxnSpPr>
            <a:cxnSpLocks/>
          </p:cNvCxnSpPr>
          <p:nvPr/>
        </p:nvCxnSpPr>
        <p:spPr>
          <a:xfrm flipV="1">
            <a:off x="6019800" y="2720183"/>
            <a:ext cx="1066800" cy="2087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3975585-A134-6E1F-DB6F-A51DE36CC6BC}"/>
              </a:ext>
            </a:extLst>
          </p:cNvPr>
          <p:cNvCxnSpPr>
            <a:cxnSpLocks/>
          </p:cNvCxnSpPr>
          <p:nvPr/>
        </p:nvCxnSpPr>
        <p:spPr>
          <a:xfrm flipV="1">
            <a:off x="6019800" y="3456782"/>
            <a:ext cx="1066800" cy="1350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63FE20B-262B-871F-4906-A2142F211889}"/>
              </a:ext>
            </a:extLst>
          </p:cNvPr>
          <p:cNvCxnSpPr>
            <a:cxnSpLocks/>
          </p:cNvCxnSpPr>
          <p:nvPr/>
        </p:nvCxnSpPr>
        <p:spPr>
          <a:xfrm flipV="1">
            <a:off x="6019800" y="4805368"/>
            <a:ext cx="1066800" cy="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A919F9F-8A02-C010-E91C-F40E24A3AD12}"/>
              </a:ext>
            </a:extLst>
          </p:cNvPr>
          <p:cNvSpPr txBox="1"/>
          <p:nvPr/>
        </p:nvSpPr>
        <p:spPr>
          <a:xfrm>
            <a:off x="4528279" y="29308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7392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37783</TotalTime>
  <Words>537</Words>
  <Application>Microsoft Office PowerPoint</Application>
  <PresentationFormat>Widescreen</PresentationFormat>
  <Paragraphs>173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Consolas</vt:lpstr>
      <vt:lpstr>Courier</vt:lpstr>
      <vt:lpstr>Courier New</vt:lpstr>
      <vt:lpstr>Noto Sans Symbols</vt:lpstr>
      <vt:lpstr>Quattrocento</vt:lpstr>
      <vt:lpstr>Roboto Light</vt:lpstr>
      <vt:lpstr>Times New Roman</vt:lpstr>
      <vt:lpstr>Wingdings</vt:lpstr>
      <vt:lpstr>Office Theme</vt:lpstr>
      <vt:lpstr>Deep Neural Networks</vt:lpstr>
      <vt:lpstr>Deep Learning</vt:lpstr>
      <vt:lpstr>Rise of DL</vt:lpstr>
      <vt:lpstr>Deep learning</vt:lpstr>
      <vt:lpstr>Key differences with other ML techniques</vt:lpstr>
      <vt:lpstr>Applications</vt:lpstr>
      <vt:lpstr>How well does it work?</vt:lpstr>
      <vt:lpstr>PowerPoint Presentation</vt:lpstr>
      <vt:lpstr>Performance</vt:lpstr>
      <vt:lpstr>Performance</vt:lpstr>
      <vt:lpstr>Performance</vt:lpstr>
      <vt:lpstr>Speech Recognition</vt:lpstr>
      <vt:lpstr>Natural language processing</vt:lpstr>
      <vt:lpstr>But what is ANN?</vt:lpstr>
      <vt:lpstr>Multi-class Logistic Regression</vt:lpstr>
      <vt:lpstr>Deep Neural Network = Also learn the features!</vt:lpstr>
      <vt:lpstr>Deep Neural Network = Also learn the features!</vt:lpstr>
      <vt:lpstr>Deep Neural Network = Also learn the features!</vt:lpstr>
      <vt:lpstr>Common Activation Functions</vt:lpstr>
      <vt:lpstr>Deep Neural Network: Also Learn the Features!</vt:lpstr>
      <vt:lpstr>PowerPoint Presentation</vt:lpstr>
      <vt:lpstr>Minimizing loss functions</vt:lpstr>
      <vt:lpstr>PowerPoint Presentation</vt:lpstr>
      <vt:lpstr>Backpropagation</vt:lpstr>
      <vt:lpstr> The Training Loop </vt:lpstr>
      <vt:lpstr>Connection Architecture</vt:lpstr>
      <vt:lpstr>Fully connected layers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579</cp:revision>
  <dcterms:created xsi:type="dcterms:W3CDTF">2021-09-22T08:38:12Z</dcterms:created>
  <dcterms:modified xsi:type="dcterms:W3CDTF">2026-05-24T11:31:04Z</dcterms:modified>
</cp:coreProperties>
</file>