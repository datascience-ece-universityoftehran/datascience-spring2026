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9" r:id="rId1"/>
  </p:sldMasterIdLst>
  <p:notesMasterIdLst>
    <p:notesMasterId r:id="rId35"/>
  </p:notesMasterIdLst>
  <p:sldIdLst>
    <p:sldId id="367" r:id="rId2"/>
    <p:sldId id="1966" r:id="rId3"/>
    <p:sldId id="260" r:id="rId4"/>
    <p:sldId id="261" r:id="rId5"/>
    <p:sldId id="262" r:id="rId6"/>
    <p:sldId id="263" r:id="rId7"/>
    <p:sldId id="266" r:id="rId8"/>
    <p:sldId id="267" r:id="rId9"/>
    <p:sldId id="268" r:id="rId10"/>
    <p:sldId id="269" r:id="rId11"/>
    <p:sldId id="270" r:id="rId12"/>
    <p:sldId id="271" r:id="rId13"/>
    <p:sldId id="272" r:id="rId14"/>
    <p:sldId id="273" r:id="rId15"/>
    <p:sldId id="279" r:id="rId16"/>
    <p:sldId id="280" r:id="rId17"/>
    <p:sldId id="368" r:id="rId18"/>
    <p:sldId id="1942" r:id="rId19"/>
    <p:sldId id="1944" r:id="rId20"/>
    <p:sldId id="1946" r:id="rId21"/>
    <p:sldId id="1945" r:id="rId22"/>
    <p:sldId id="1947" r:id="rId23"/>
    <p:sldId id="1948" r:id="rId24"/>
    <p:sldId id="1949" r:id="rId25"/>
    <p:sldId id="369" r:id="rId26"/>
    <p:sldId id="562" r:id="rId27"/>
    <p:sldId id="1953" r:id="rId28"/>
    <p:sldId id="1954" r:id="rId29"/>
    <p:sldId id="1955" r:id="rId30"/>
    <p:sldId id="1959" r:id="rId31"/>
    <p:sldId id="1963" r:id="rId32"/>
    <p:sldId id="1964" r:id="rId33"/>
    <p:sldId id="196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99"/>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4" autoAdjust="0"/>
    <p:restoredTop sz="81497" autoAdjust="0"/>
  </p:normalViewPr>
  <p:slideViewPr>
    <p:cSldViewPr snapToGrid="0">
      <p:cViewPr varScale="1">
        <p:scale>
          <a:sx n="73" d="100"/>
          <a:sy n="73" d="100"/>
        </p:scale>
        <p:origin x="48" y="159"/>
      </p:cViewPr>
      <p:guideLst/>
    </p:cSldViewPr>
  </p:slideViewPr>
  <p:notesTextViewPr>
    <p:cViewPr>
      <p:scale>
        <a:sx n="150" d="100"/>
        <a:sy n="150" d="100"/>
      </p:scale>
      <p:origin x="0" y="0"/>
    </p:cViewPr>
  </p:notesTextViewPr>
  <p:notesViewPr>
    <p:cSldViewPr snapToGrid="0">
      <p:cViewPr varScale="1">
        <p:scale>
          <a:sx n="77" d="100"/>
          <a:sy n="77" d="100"/>
        </p:scale>
        <p:origin x="2812" y="6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dollah Yaghoobzadeh" userId="6e47bfdd41a25f50" providerId="LiveId" clId="{3B169415-1696-4F38-8D9D-11247F50D22D}"/>
    <pc:docChg chg="undo custSel addSld delSld modSld">
      <pc:chgData name="Yadollah Yaghoobzadeh" userId="6e47bfdd41a25f50" providerId="LiveId" clId="{3B169415-1696-4F38-8D9D-11247F50D22D}" dt="2026-05-30T04:32:22.643" v="68" actId="47"/>
      <pc:docMkLst>
        <pc:docMk/>
      </pc:docMkLst>
      <pc:sldChg chg="del">
        <pc:chgData name="Yadollah Yaghoobzadeh" userId="6e47bfdd41a25f50" providerId="LiveId" clId="{3B169415-1696-4F38-8D9D-11247F50D22D}" dt="2026-05-26T10:59:43.488" v="0" actId="47"/>
        <pc:sldMkLst>
          <pc:docMk/>
          <pc:sldMk cId="0" sldId="258"/>
        </pc:sldMkLst>
      </pc:sldChg>
      <pc:sldChg chg="del">
        <pc:chgData name="Yadollah Yaghoobzadeh" userId="6e47bfdd41a25f50" providerId="LiveId" clId="{3B169415-1696-4F38-8D9D-11247F50D22D}" dt="2026-05-26T10:59:44.668" v="1" actId="47"/>
        <pc:sldMkLst>
          <pc:docMk/>
          <pc:sldMk cId="0" sldId="259"/>
        </pc:sldMkLst>
      </pc:sldChg>
      <pc:sldChg chg="modSp add del mod">
        <pc:chgData name="Yadollah Yaghoobzadeh" userId="6e47bfdd41a25f50" providerId="LiveId" clId="{3B169415-1696-4F38-8D9D-11247F50D22D}" dt="2026-05-26T10:59:58.992" v="17" actId="20577"/>
        <pc:sldMkLst>
          <pc:docMk/>
          <pc:sldMk cId="0" sldId="260"/>
        </pc:sldMkLst>
        <pc:spChg chg="mod">
          <ac:chgData name="Yadollah Yaghoobzadeh" userId="6e47bfdd41a25f50" providerId="LiveId" clId="{3B169415-1696-4F38-8D9D-11247F50D22D}" dt="2026-05-26T10:59:58.992" v="17" actId="20577"/>
          <ac:spMkLst>
            <pc:docMk/>
            <pc:sldMk cId="0" sldId="260"/>
            <ac:spMk id="153" creationId="{00000000-0000-0000-0000-000000000000}"/>
          </ac:spMkLst>
        </pc:spChg>
      </pc:sldChg>
      <pc:sldChg chg="del">
        <pc:chgData name="Yadollah Yaghoobzadeh" userId="6e47bfdd41a25f50" providerId="LiveId" clId="{3B169415-1696-4F38-8D9D-11247F50D22D}" dt="2026-05-26T11:00:36.274" v="19" actId="47"/>
        <pc:sldMkLst>
          <pc:docMk/>
          <pc:sldMk cId="0" sldId="264"/>
        </pc:sldMkLst>
      </pc:sldChg>
      <pc:sldChg chg="del">
        <pc:chgData name="Yadollah Yaghoobzadeh" userId="6e47bfdd41a25f50" providerId="LiveId" clId="{3B169415-1696-4F38-8D9D-11247F50D22D}" dt="2026-05-26T11:00:34.595" v="18" actId="47"/>
        <pc:sldMkLst>
          <pc:docMk/>
          <pc:sldMk cId="0" sldId="265"/>
        </pc:sldMkLst>
      </pc:sldChg>
      <pc:sldChg chg="modSp mod">
        <pc:chgData name="Yadollah Yaghoobzadeh" userId="6e47bfdd41a25f50" providerId="LiveId" clId="{3B169415-1696-4F38-8D9D-11247F50D22D}" dt="2026-05-26T11:01:57.532" v="23" actId="27636"/>
        <pc:sldMkLst>
          <pc:docMk/>
          <pc:sldMk cId="0" sldId="271"/>
        </pc:sldMkLst>
        <pc:spChg chg="mod">
          <ac:chgData name="Yadollah Yaghoobzadeh" userId="6e47bfdd41a25f50" providerId="LiveId" clId="{3B169415-1696-4F38-8D9D-11247F50D22D}" dt="2026-05-26T11:01:57.532" v="23" actId="27636"/>
          <ac:spMkLst>
            <pc:docMk/>
            <pc:sldMk cId="0" sldId="271"/>
            <ac:spMk id="468" creationId="{00000000-0000-0000-0000-000000000000}"/>
          </ac:spMkLst>
        </pc:spChg>
      </pc:sldChg>
      <pc:sldChg chg="del">
        <pc:chgData name="Yadollah Yaghoobzadeh" userId="6e47bfdd41a25f50" providerId="LiveId" clId="{3B169415-1696-4F38-8D9D-11247F50D22D}" dt="2026-05-30T04:32:22.643" v="68" actId="47"/>
        <pc:sldMkLst>
          <pc:docMk/>
          <pc:sldMk cId="1417812587" sldId="1950"/>
        </pc:sldMkLst>
      </pc:sldChg>
      <pc:sldChg chg="modSp new mod">
        <pc:chgData name="Yadollah Yaghoobzadeh" userId="6e47bfdd41a25f50" providerId="LiveId" clId="{3B169415-1696-4F38-8D9D-11247F50D22D}" dt="2026-05-26T11:02:45.740" v="67" actId="20577"/>
        <pc:sldMkLst>
          <pc:docMk/>
          <pc:sldMk cId="2116323877" sldId="1966"/>
        </pc:sldMkLst>
        <pc:spChg chg="mod">
          <ac:chgData name="Yadollah Yaghoobzadeh" userId="6e47bfdd41a25f50" providerId="LiveId" clId="{3B169415-1696-4F38-8D9D-11247F50D22D}" dt="2026-05-26T11:02:45.740" v="67" actId="20577"/>
          <ac:spMkLst>
            <pc:docMk/>
            <pc:sldMk cId="2116323877" sldId="1966"/>
            <ac:spMk id="2" creationId="{0833ACD7-91AC-D801-ABAB-1EF1B35B5D65}"/>
          </ac:spMkLst>
        </pc:spChg>
      </pc:sldChg>
      <pc:sldChg chg="new del">
        <pc:chgData name="Yadollah Yaghoobzadeh" userId="6e47bfdd41a25f50" providerId="LiveId" clId="{3B169415-1696-4F38-8D9D-11247F50D22D}" dt="2026-05-26T11:01:50.164" v="21" actId="47"/>
        <pc:sldMkLst>
          <pc:docMk/>
          <pc:sldMk cId="3930002503" sldId="1966"/>
        </pc:sldMkLst>
      </pc:sldChg>
    </pc:docChg>
  </pc:docChgLst>
  <pc:docChgLst>
    <pc:chgData name="Yadollah Yaghoobzadeh" userId="6e47bfdd41a25f50" providerId="LiveId" clId="{1425F82E-844D-4A7C-A9E8-5B733800248F}"/>
    <pc:docChg chg="undo custSel addSld delSld modSld sldOrd modMainMaster">
      <pc:chgData name="Yadollah Yaghoobzadeh" userId="6e47bfdd41a25f50" providerId="LiveId" clId="{1425F82E-844D-4A7C-A9E8-5B733800248F}" dt="2025-05-04T11:25:56.087" v="1583" actId="5793"/>
      <pc:docMkLst>
        <pc:docMk/>
      </pc:docMkLst>
      <pc:sldChg chg="del">
        <pc:chgData name="Yadollah Yaghoobzadeh" userId="6e47bfdd41a25f50" providerId="LiveId" clId="{1425F82E-844D-4A7C-A9E8-5B733800248F}" dt="2025-05-04T09:03:25.873" v="1040" actId="2696"/>
        <pc:sldMkLst>
          <pc:docMk/>
          <pc:sldMk cId="1757657645" sldId="260"/>
        </pc:sldMkLst>
      </pc:sldChg>
      <pc:sldChg chg="add">
        <pc:chgData name="Yadollah Yaghoobzadeh" userId="6e47bfdd41a25f50" providerId="LiveId" clId="{1425F82E-844D-4A7C-A9E8-5B733800248F}" dt="2025-05-04T09:03:33.088" v="1041"/>
        <pc:sldMkLst>
          <pc:docMk/>
          <pc:sldMk cId="3375120435" sldId="260"/>
        </pc:sldMkLst>
      </pc:sldChg>
      <pc:sldChg chg="del">
        <pc:chgData name="Yadollah Yaghoobzadeh" userId="6e47bfdd41a25f50" providerId="LiveId" clId="{1425F82E-844D-4A7C-A9E8-5B733800248F}" dt="2025-05-04T07:49:13.539" v="800" actId="47"/>
        <pc:sldMkLst>
          <pc:docMk/>
          <pc:sldMk cId="2340562966" sldId="261"/>
        </pc:sldMkLst>
      </pc:sldChg>
      <pc:sldChg chg="add del">
        <pc:chgData name="Yadollah Yaghoobzadeh" userId="6e47bfdd41a25f50" providerId="LiveId" clId="{1425F82E-844D-4A7C-A9E8-5B733800248F}" dt="2025-05-04T07:49:14.487" v="801" actId="47"/>
        <pc:sldMkLst>
          <pc:docMk/>
          <pc:sldMk cId="2013927891" sldId="262"/>
        </pc:sldMkLst>
      </pc:sldChg>
      <pc:sldChg chg="del">
        <pc:chgData name="Yadollah Yaghoobzadeh" userId="6e47bfdd41a25f50" providerId="LiveId" clId="{1425F82E-844D-4A7C-A9E8-5B733800248F}" dt="2025-05-04T07:49:15.089" v="802" actId="47"/>
        <pc:sldMkLst>
          <pc:docMk/>
          <pc:sldMk cId="1518249837" sldId="263"/>
        </pc:sldMkLst>
      </pc:sldChg>
      <pc:sldChg chg="del">
        <pc:chgData name="Yadollah Yaghoobzadeh" userId="6e47bfdd41a25f50" providerId="LiveId" clId="{1425F82E-844D-4A7C-A9E8-5B733800248F}" dt="2025-05-04T07:49:18.309" v="803" actId="47"/>
        <pc:sldMkLst>
          <pc:docMk/>
          <pc:sldMk cId="2007218703" sldId="264"/>
        </pc:sldMkLst>
      </pc:sldChg>
      <pc:sldChg chg="addSp delSp modSp add mod modClrScheme chgLayout">
        <pc:chgData name="Yadollah Yaghoobzadeh" userId="6e47bfdd41a25f50" providerId="LiveId" clId="{1425F82E-844D-4A7C-A9E8-5B733800248F}" dt="2025-05-04T10:35:34.282" v="1568" actId="20577"/>
        <pc:sldMkLst>
          <pc:docMk/>
          <pc:sldMk cId="0" sldId="271"/>
        </pc:sldMkLst>
        <pc:spChg chg="add del mod">
          <ac:chgData name="Yadollah Yaghoobzadeh" userId="6e47bfdd41a25f50" providerId="LiveId" clId="{1425F82E-844D-4A7C-A9E8-5B733800248F}" dt="2025-05-04T10:34:31.046" v="1556" actId="6264"/>
          <ac:spMkLst>
            <pc:docMk/>
            <pc:sldMk cId="0" sldId="271"/>
            <ac:spMk id="2" creationId="{E2AAC669-9B9E-F4F3-C605-DFDEA88D1BC1}"/>
          </ac:spMkLst>
        </pc:spChg>
        <pc:spChg chg="add del mod ord">
          <ac:chgData name="Yadollah Yaghoobzadeh" userId="6e47bfdd41a25f50" providerId="LiveId" clId="{1425F82E-844D-4A7C-A9E8-5B733800248F}" dt="2025-05-04T10:34:35.867" v="1557" actId="700"/>
          <ac:spMkLst>
            <pc:docMk/>
            <pc:sldMk cId="0" sldId="271"/>
            <ac:spMk id="3" creationId="{486FC2BE-46D4-89E3-E725-049737AF32E9}"/>
          </ac:spMkLst>
        </pc:spChg>
        <pc:spChg chg="add del mod ord">
          <ac:chgData name="Yadollah Yaghoobzadeh" userId="6e47bfdd41a25f50" providerId="LiveId" clId="{1425F82E-844D-4A7C-A9E8-5B733800248F}" dt="2025-05-04T10:35:15.841" v="1566" actId="21"/>
          <ac:spMkLst>
            <pc:docMk/>
            <pc:sldMk cId="0" sldId="271"/>
            <ac:spMk id="4" creationId="{01C45AF5-DA64-1E13-F86E-9C407157C5BC}"/>
          </ac:spMkLst>
        </pc:spChg>
        <pc:spChg chg="add del mod ord">
          <ac:chgData name="Yadollah Yaghoobzadeh" userId="6e47bfdd41a25f50" providerId="LiveId" clId="{1425F82E-844D-4A7C-A9E8-5B733800248F}" dt="2025-05-04T10:34:54.293" v="1558" actId="478"/>
          <ac:spMkLst>
            <pc:docMk/>
            <pc:sldMk cId="0" sldId="271"/>
            <ac:spMk id="5" creationId="{0C17CA68-8C88-3059-2E4A-2BCF697AB24D}"/>
          </ac:spMkLst>
        </pc:spChg>
        <pc:spChg chg="mod">
          <ac:chgData name="Yadollah Yaghoobzadeh" userId="6e47bfdd41a25f50" providerId="LiveId" clId="{1425F82E-844D-4A7C-A9E8-5B733800248F}" dt="2025-05-04T10:35:34.282" v="1568" actId="20577"/>
          <ac:spMkLst>
            <pc:docMk/>
            <pc:sldMk cId="0" sldId="271"/>
            <ac:spMk id="264" creationId="{00000000-0000-0000-0000-000000000000}"/>
          </ac:spMkLst>
        </pc:spChg>
        <pc:spChg chg="mod ord">
          <ac:chgData name="Yadollah Yaghoobzadeh" userId="6e47bfdd41a25f50" providerId="LiveId" clId="{1425F82E-844D-4A7C-A9E8-5B733800248F}" dt="2025-05-04T10:34:35.867" v="1557" actId="700"/>
          <ac:spMkLst>
            <pc:docMk/>
            <pc:sldMk cId="0" sldId="271"/>
            <ac:spMk id="271" creationId="{00000000-0000-0000-0000-000000000000}"/>
          </ac:spMkLst>
        </pc:spChg>
        <pc:picChg chg="mod">
          <ac:chgData name="Yadollah Yaghoobzadeh" userId="6e47bfdd41a25f50" providerId="LiveId" clId="{1425F82E-844D-4A7C-A9E8-5B733800248F}" dt="2025-05-04T10:35:02.747" v="1565" actId="1037"/>
          <ac:picMkLst>
            <pc:docMk/>
            <pc:sldMk cId="0" sldId="271"/>
            <ac:picMk id="268" creationId="{00000000-0000-0000-0000-000000000000}"/>
          </ac:picMkLst>
        </pc:picChg>
      </pc:sldChg>
      <pc:sldChg chg="modSp add mod modClrScheme chgLayout">
        <pc:chgData name="Yadollah Yaghoobzadeh" userId="6e47bfdd41a25f50" providerId="LiveId" clId="{1425F82E-844D-4A7C-A9E8-5B733800248F}" dt="2025-05-04T10:36:56.371" v="1570" actId="700"/>
        <pc:sldMkLst>
          <pc:docMk/>
          <pc:sldMk cId="0" sldId="272"/>
        </pc:sldMkLst>
        <pc:spChg chg="mod ord">
          <ac:chgData name="Yadollah Yaghoobzadeh" userId="6e47bfdd41a25f50" providerId="LiveId" clId="{1425F82E-844D-4A7C-A9E8-5B733800248F}" dt="2025-05-04T10:36:56.371" v="1570" actId="700"/>
          <ac:spMkLst>
            <pc:docMk/>
            <pc:sldMk cId="0" sldId="272"/>
            <ac:spMk id="277" creationId="{00000000-0000-0000-0000-000000000000}"/>
          </ac:spMkLst>
        </pc:spChg>
        <pc:spChg chg="mod ord">
          <ac:chgData name="Yadollah Yaghoobzadeh" userId="6e47bfdd41a25f50" providerId="LiveId" clId="{1425F82E-844D-4A7C-A9E8-5B733800248F}" dt="2025-05-04T10:36:56.371" v="1570" actId="700"/>
          <ac:spMkLst>
            <pc:docMk/>
            <pc:sldMk cId="0" sldId="272"/>
            <ac:spMk id="278" creationId="{00000000-0000-0000-0000-000000000000}"/>
          </ac:spMkLst>
        </pc:spChg>
      </pc:sldChg>
      <pc:sldChg chg="modSp add mod modClrScheme chgLayout">
        <pc:chgData name="Yadollah Yaghoobzadeh" userId="6e47bfdd41a25f50" providerId="LiveId" clId="{1425F82E-844D-4A7C-A9E8-5B733800248F}" dt="2025-05-04T10:36:56.371" v="1570" actId="700"/>
        <pc:sldMkLst>
          <pc:docMk/>
          <pc:sldMk cId="0" sldId="273"/>
        </pc:sldMkLst>
        <pc:spChg chg="mod ord">
          <ac:chgData name="Yadollah Yaghoobzadeh" userId="6e47bfdd41a25f50" providerId="LiveId" clId="{1425F82E-844D-4A7C-A9E8-5B733800248F}" dt="2025-05-04T10:36:56.371" v="1570" actId="700"/>
          <ac:spMkLst>
            <pc:docMk/>
            <pc:sldMk cId="0" sldId="273"/>
            <ac:spMk id="286" creationId="{00000000-0000-0000-0000-000000000000}"/>
          </ac:spMkLst>
        </pc:spChg>
        <pc:spChg chg="mod ord">
          <ac:chgData name="Yadollah Yaghoobzadeh" userId="6e47bfdd41a25f50" providerId="LiveId" clId="{1425F82E-844D-4A7C-A9E8-5B733800248F}" dt="2025-05-04T10:36:56.371" v="1570" actId="700"/>
          <ac:spMkLst>
            <pc:docMk/>
            <pc:sldMk cId="0" sldId="273"/>
            <ac:spMk id="287" creationId="{00000000-0000-0000-0000-000000000000}"/>
          </ac:spMkLst>
        </pc:spChg>
      </pc:sldChg>
      <pc:sldChg chg="modSp add del mod modClrScheme chgLayout">
        <pc:chgData name="Yadollah Yaghoobzadeh" userId="6e47bfdd41a25f50" providerId="LiveId" clId="{1425F82E-844D-4A7C-A9E8-5B733800248F}" dt="2025-05-04T10:40:23.215" v="1571" actId="47"/>
        <pc:sldMkLst>
          <pc:docMk/>
          <pc:sldMk cId="0" sldId="274"/>
        </pc:sldMkLst>
        <pc:spChg chg="mod ord">
          <ac:chgData name="Yadollah Yaghoobzadeh" userId="6e47bfdd41a25f50" providerId="LiveId" clId="{1425F82E-844D-4A7C-A9E8-5B733800248F}" dt="2025-05-04T10:36:56.371" v="1570" actId="700"/>
          <ac:spMkLst>
            <pc:docMk/>
            <pc:sldMk cId="0" sldId="274"/>
            <ac:spMk id="294" creationId="{00000000-0000-0000-0000-000000000000}"/>
          </ac:spMkLst>
        </pc:spChg>
        <pc:spChg chg="mod ord">
          <ac:chgData name="Yadollah Yaghoobzadeh" userId="6e47bfdd41a25f50" providerId="LiveId" clId="{1425F82E-844D-4A7C-A9E8-5B733800248F}" dt="2025-05-04T10:36:56.371" v="1570" actId="700"/>
          <ac:spMkLst>
            <pc:docMk/>
            <pc:sldMk cId="0" sldId="274"/>
            <ac:spMk id="295" creationId="{00000000-0000-0000-0000-000000000000}"/>
          </ac:spMkLst>
        </pc:spChg>
      </pc:sldChg>
      <pc:sldChg chg="addSp delSp modSp add mod modClrScheme chgLayout">
        <pc:chgData name="Yadollah Yaghoobzadeh" userId="6e47bfdd41a25f50" providerId="LiveId" clId="{1425F82E-844D-4A7C-A9E8-5B733800248F}" dt="2025-05-04T10:41:26.943" v="1581" actId="478"/>
        <pc:sldMkLst>
          <pc:docMk/>
          <pc:sldMk cId="0" sldId="290"/>
        </pc:sldMkLst>
        <pc:spChg chg="add del mod ord">
          <ac:chgData name="Yadollah Yaghoobzadeh" userId="6e47bfdd41a25f50" providerId="LiveId" clId="{1425F82E-844D-4A7C-A9E8-5B733800248F}" dt="2025-05-04T10:41:26.943" v="1581" actId="478"/>
          <ac:spMkLst>
            <pc:docMk/>
            <pc:sldMk cId="0" sldId="290"/>
            <ac:spMk id="2" creationId="{16B449DC-4E4E-E71D-97FE-98365068E1D1}"/>
          </ac:spMkLst>
        </pc:spChg>
        <pc:spChg chg="add del">
          <ac:chgData name="Yadollah Yaghoobzadeh" userId="6e47bfdd41a25f50" providerId="LiveId" clId="{1425F82E-844D-4A7C-A9E8-5B733800248F}" dt="2025-05-04T10:41:21.999" v="1580" actId="478"/>
          <ac:spMkLst>
            <pc:docMk/>
            <pc:sldMk cId="0" sldId="290"/>
            <ac:spMk id="677" creationId="{00000000-0000-0000-0000-000000000000}"/>
          </ac:spMkLst>
        </pc:spChg>
        <pc:spChg chg="mod ord">
          <ac:chgData name="Yadollah Yaghoobzadeh" userId="6e47bfdd41a25f50" providerId="LiveId" clId="{1425F82E-844D-4A7C-A9E8-5B733800248F}" dt="2025-05-04T10:41:17.163" v="1578" actId="700"/>
          <ac:spMkLst>
            <pc:docMk/>
            <pc:sldMk cId="0" sldId="290"/>
            <ac:spMk id="684" creationId="{00000000-0000-0000-0000-000000000000}"/>
          </ac:spMkLst>
        </pc:spChg>
      </pc:sldChg>
      <pc:sldChg chg="modSp mod">
        <pc:chgData name="Yadollah Yaghoobzadeh" userId="6e47bfdd41a25f50" providerId="LiveId" clId="{1425F82E-844D-4A7C-A9E8-5B733800248F}" dt="2025-05-04T07:38:49.710" v="74" actId="20577"/>
        <pc:sldMkLst>
          <pc:docMk/>
          <pc:sldMk cId="1616806445" sldId="367"/>
        </pc:sldMkLst>
        <pc:spChg chg="mod">
          <ac:chgData name="Yadollah Yaghoobzadeh" userId="6e47bfdd41a25f50" providerId="LiveId" clId="{1425F82E-844D-4A7C-A9E8-5B733800248F}" dt="2025-05-04T07:38:49.710" v="74" actId="20577"/>
          <ac:spMkLst>
            <pc:docMk/>
            <pc:sldMk cId="1616806445" sldId="367"/>
            <ac:spMk id="5" creationId="{BBCCB048-B67C-E79B-1CAC-1D9CA1807D4A}"/>
          </ac:spMkLst>
        </pc:spChg>
      </pc:sldChg>
      <pc:sldChg chg="modSp del mod">
        <pc:chgData name="Yadollah Yaghoobzadeh" userId="6e47bfdd41a25f50" providerId="LiveId" clId="{1425F82E-844D-4A7C-A9E8-5B733800248F}" dt="2025-05-04T09:18:10.570" v="1229" actId="47"/>
        <pc:sldMkLst>
          <pc:docMk/>
          <pc:sldMk cId="134229097" sldId="439"/>
        </pc:sldMkLst>
        <pc:spChg chg="mod">
          <ac:chgData name="Yadollah Yaghoobzadeh" userId="6e47bfdd41a25f50" providerId="LiveId" clId="{1425F82E-844D-4A7C-A9E8-5B733800248F}" dt="2025-05-04T06:01:05.091" v="19" actId="20577"/>
          <ac:spMkLst>
            <pc:docMk/>
            <pc:sldMk cId="134229097" sldId="439"/>
            <ac:spMk id="3" creationId="{00000000-0000-0000-0000-000000000000}"/>
          </ac:spMkLst>
        </pc:spChg>
      </pc:sldChg>
      <pc:sldChg chg="modSp">
        <pc:chgData name="Yadollah Yaghoobzadeh" userId="6e47bfdd41a25f50" providerId="LiveId" clId="{1425F82E-844D-4A7C-A9E8-5B733800248F}" dt="2025-05-04T07:47:27.806" v="796" actId="20577"/>
        <pc:sldMkLst>
          <pc:docMk/>
          <pc:sldMk cId="3220304603" sldId="592"/>
        </pc:sldMkLst>
        <pc:spChg chg="mod">
          <ac:chgData name="Yadollah Yaghoobzadeh" userId="6e47bfdd41a25f50" providerId="LiveId" clId="{1425F82E-844D-4A7C-A9E8-5B733800248F}" dt="2025-05-04T07:47:27.806" v="796" actId="20577"/>
          <ac:spMkLst>
            <pc:docMk/>
            <pc:sldMk cId="3220304603" sldId="592"/>
            <ac:spMk id="3" creationId="{B5D03218-AF12-B84B-9173-EA96ED271A22}"/>
          </ac:spMkLst>
        </pc:spChg>
      </pc:sldChg>
      <pc:sldChg chg="del">
        <pc:chgData name="Yadollah Yaghoobzadeh" userId="6e47bfdd41a25f50" providerId="LiveId" clId="{1425F82E-844D-4A7C-A9E8-5B733800248F}" dt="2025-05-04T07:49:40.137" v="804" actId="47"/>
        <pc:sldMkLst>
          <pc:docMk/>
          <pc:sldMk cId="4210101857" sldId="986"/>
        </pc:sldMkLst>
      </pc:sldChg>
      <pc:sldChg chg="del">
        <pc:chgData name="Yadollah Yaghoobzadeh" userId="6e47bfdd41a25f50" providerId="LiveId" clId="{1425F82E-844D-4A7C-A9E8-5B733800248F}" dt="2025-05-04T07:49:46.577" v="805" actId="47"/>
        <pc:sldMkLst>
          <pc:docMk/>
          <pc:sldMk cId="1820240418" sldId="987"/>
        </pc:sldMkLst>
      </pc:sldChg>
      <pc:sldChg chg="del">
        <pc:chgData name="Yadollah Yaghoobzadeh" userId="6e47bfdd41a25f50" providerId="LiveId" clId="{1425F82E-844D-4A7C-A9E8-5B733800248F}" dt="2025-05-04T09:03:25.873" v="1040" actId="2696"/>
        <pc:sldMkLst>
          <pc:docMk/>
          <pc:sldMk cId="414217962" sldId="988"/>
        </pc:sldMkLst>
      </pc:sldChg>
      <pc:sldChg chg="add">
        <pc:chgData name="Yadollah Yaghoobzadeh" userId="6e47bfdd41a25f50" providerId="LiveId" clId="{1425F82E-844D-4A7C-A9E8-5B733800248F}" dt="2025-05-04T09:03:33.088" v="1041"/>
        <pc:sldMkLst>
          <pc:docMk/>
          <pc:sldMk cId="2833953420" sldId="988"/>
        </pc:sldMkLst>
      </pc:sldChg>
      <pc:sldChg chg="add">
        <pc:chgData name="Yadollah Yaghoobzadeh" userId="6e47bfdd41a25f50" providerId="LiveId" clId="{1425F82E-844D-4A7C-A9E8-5B733800248F}" dt="2025-05-04T09:03:33.088" v="1041"/>
        <pc:sldMkLst>
          <pc:docMk/>
          <pc:sldMk cId="36139667" sldId="989"/>
        </pc:sldMkLst>
      </pc:sldChg>
      <pc:sldChg chg="del">
        <pc:chgData name="Yadollah Yaghoobzadeh" userId="6e47bfdd41a25f50" providerId="LiveId" clId="{1425F82E-844D-4A7C-A9E8-5B733800248F}" dt="2025-05-04T09:03:25.873" v="1040" actId="2696"/>
        <pc:sldMkLst>
          <pc:docMk/>
          <pc:sldMk cId="1905810421" sldId="989"/>
        </pc:sldMkLst>
      </pc:sldChg>
      <pc:sldChg chg="add">
        <pc:chgData name="Yadollah Yaghoobzadeh" userId="6e47bfdd41a25f50" providerId="LiveId" clId="{1425F82E-844D-4A7C-A9E8-5B733800248F}" dt="2025-05-04T09:03:33.088" v="1041"/>
        <pc:sldMkLst>
          <pc:docMk/>
          <pc:sldMk cId="189587223" sldId="990"/>
        </pc:sldMkLst>
      </pc:sldChg>
      <pc:sldChg chg="del">
        <pc:chgData name="Yadollah Yaghoobzadeh" userId="6e47bfdd41a25f50" providerId="LiveId" clId="{1425F82E-844D-4A7C-A9E8-5B733800248F}" dt="2025-05-04T09:03:25.873" v="1040" actId="2696"/>
        <pc:sldMkLst>
          <pc:docMk/>
          <pc:sldMk cId="2992229163" sldId="990"/>
        </pc:sldMkLst>
      </pc:sldChg>
      <pc:sldChg chg="add">
        <pc:chgData name="Yadollah Yaghoobzadeh" userId="6e47bfdd41a25f50" providerId="LiveId" clId="{1425F82E-844D-4A7C-A9E8-5B733800248F}" dt="2025-05-04T09:03:33.088" v="1041"/>
        <pc:sldMkLst>
          <pc:docMk/>
          <pc:sldMk cId="163564580" sldId="991"/>
        </pc:sldMkLst>
      </pc:sldChg>
      <pc:sldChg chg="del">
        <pc:chgData name="Yadollah Yaghoobzadeh" userId="6e47bfdd41a25f50" providerId="LiveId" clId="{1425F82E-844D-4A7C-A9E8-5B733800248F}" dt="2025-05-04T09:03:25.873" v="1040" actId="2696"/>
        <pc:sldMkLst>
          <pc:docMk/>
          <pc:sldMk cId="473114883" sldId="991"/>
        </pc:sldMkLst>
      </pc:sldChg>
      <pc:sldChg chg="modSp del mod">
        <pc:chgData name="Yadollah Yaghoobzadeh" userId="6e47bfdd41a25f50" providerId="LiveId" clId="{1425F82E-844D-4A7C-A9E8-5B733800248F}" dt="2025-05-04T07:50:19.780" v="808" actId="47"/>
        <pc:sldMkLst>
          <pc:docMk/>
          <pc:sldMk cId="612377966" sldId="1017"/>
        </pc:sldMkLst>
        <pc:picChg chg="mod">
          <ac:chgData name="Yadollah Yaghoobzadeh" userId="6e47bfdd41a25f50" providerId="LiveId" clId="{1425F82E-844D-4A7C-A9E8-5B733800248F}" dt="2025-05-04T07:50:09.460" v="807" actId="1076"/>
          <ac:picMkLst>
            <pc:docMk/>
            <pc:sldMk cId="612377966" sldId="1017"/>
            <ac:picMk id="4" creationId="{00000000-0000-0000-0000-000000000000}"/>
          </ac:picMkLst>
        </pc:picChg>
      </pc:sldChg>
      <pc:sldChg chg="del">
        <pc:chgData name="Yadollah Yaghoobzadeh" userId="6e47bfdd41a25f50" providerId="LiveId" clId="{1425F82E-844D-4A7C-A9E8-5B733800248F}" dt="2025-05-04T07:50:20.440" v="809" actId="47"/>
        <pc:sldMkLst>
          <pc:docMk/>
          <pc:sldMk cId="2656859781" sldId="1019"/>
        </pc:sldMkLst>
      </pc:sldChg>
      <pc:sldChg chg="del">
        <pc:chgData name="Yadollah Yaghoobzadeh" userId="6e47bfdd41a25f50" providerId="LiveId" clId="{1425F82E-844D-4A7C-A9E8-5B733800248F}" dt="2025-05-04T09:02:43.084" v="979" actId="47"/>
        <pc:sldMkLst>
          <pc:docMk/>
          <pc:sldMk cId="2743133924" sldId="1082"/>
        </pc:sldMkLst>
      </pc:sldChg>
      <pc:sldChg chg="del">
        <pc:chgData name="Yadollah Yaghoobzadeh" userId="6e47bfdd41a25f50" providerId="LiveId" clId="{1425F82E-844D-4A7C-A9E8-5B733800248F}" dt="2025-05-04T06:01:11.288" v="21" actId="47"/>
        <pc:sldMkLst>
          <pc:docMk/>
          <pc:sldMk cId="632935550" sldId="1957"/>
        </pc:sldMkLst>
      </pc:sldChg>
      <pc:sldChg chg="del">
        <pc:chgData name="Yadollah Yaghoobzadeh" userId="6e47bfdd41a25f50" providerId="LiveId" clId="{1425F82E-844D-4A7C-A9E8-5B733800248F}" dt="2025-05-04T06:01:09.886" v="20" actId="47"/>
        <pc:sldMkLst>
          <pc:docMk/>
          <pc:sldMk cId="3910537471" sldId="1959"/>
        </pc:sldMkLst>
      </pc:sldChg>
      <pc:sldChg chg="del">
        <pc:chgData name="Yadollah Yaghoobzadeh" userId="6e47bfdd41a25f50" providerId="LiveId" clId="{1425F82E-844D-4A7C-A9E8-5B733800248F}" dt="2025-05-04T09:16:15.703" v="1204" actId="47"/>
        <pc:sldMkLst>
          <pc:docMk/>
          <pc:sldMk cId="1843651959" sldId="1973"/>
        </pc:sldMkLst>
      </pc:sldChg>
      <pc:sldChg chg="modSp mod modAnim">
        <pc:chgData name="Yadollah Yaghoobzadeh" userId="6e47bfdd41a25f50" providerId="LiveId" clId="{1425F82E-844D-4A7C-A9E8-5B733800248F}" dt="2025-05-04T10:40:35.543" v="1575"/>
        <pc:sldMkLst>
          <pc:docMk/>
          <pc:sldMk cId="3031134217" sldId="1975"/>
        </pc:sldMkLst>
        <pc:spChg chg="mod">
          <ac:chgData name="Yadollah Yaghoobzadeh" userId="6e47bfdd41a25f50" providerId="LiveId" clId="{1425F82E-844D-4A7C-A9E8-5B733800248F}" dt="2025-05-04T09:16:43.183" v="1220" actId="20577"/>
          <ac:spMkLst>
            <pc:docMk/>
            <pc:sldMk cId="3031134217" sldId="1975"/>
            <ac:spMk id="3" creationId="{1BB44E1D-2864-964B-B10F-B9B0DD3238AB}"/>
          </ac:spMkLst>
        </pc:spChg>
        <pc:spChg chg="mod">
          <ac:chgData name="Yadollah Yaghoobzadeh" userId="6e47bfdd41a25f50" providerId="LiveId" clId="{1425F82E-844D-4A7C-A9E8-5B733800248F}" dt="2025-05-04T10:40:35.543" v="1575"/>
          <ac:spMkLst>
            <pc:docMk/>
            <pc:sldMk cId="3031134217" sldId="1975"/>
            <ac:spMk id="8" creationId="{AF68F69E-30C4-0C47-B8FC-5D3604570466}"/>
          </ac:spMkLst>
        </pc:spChg>
        <pc:picChg chg="mod">
          <ac:chgData name="Yadollah Yaghoobzadeh" userId="6e47bfdd41a25f50" providerId="LiveId" clId="{1425F82E-844D-4A7C-A9E8-5B733800248F}" dt="2025-05-04T10:40:33.030" v="1574" actId="1076"/>
          <ac:picMkLst>
            <pc:docMk/>
            <pc:sldMk cId="3031134217" sldId="1975"/>
            <ac:picMk id="9" creationId="{02D0502A-BE16-C14A-942E-0C4E494AC456}"/>
          </ac:picMkLst>
        </pc:picChg>
        <pc:picChg chg="mod">
          <ac:chgData name="Yadollah Yaghoobzadeh" userId="6e47bfdd41a25f50" providerId="LiveId" clId="{1425F82E-844D-4A7C-A9E8-5B733800248F}" dt="2025-05-04T09:17:09.790" v="1228" actId="1076"/>
          <ac:picMkLst>
            <pc:docMk/>
            <pc:sldMk cId="3031134217" sldId="1975"/>
            <ac:picMk id="10" creationId="{F8712007-2E18-2849-81F7-6FC2178CE0B9}"/>
          </ac:picMkLst>
        </pc:picChg>
      </pc:sldChg>
      <pc:sldChg chg="modSp mod">
        <pc:chgData name="Yadollah Yaghoobzadeh" userId="6e47bfdd41a25f50" providerId="LiveId" clId="{1425F82E-844D-4A7C-A9E8-5B733800248F}" dt="2025-05-04T06:00:04.439" v="1" actId="1076"/>
        <pc:sldMkLst>
          <pc:docMk/>
          <pc:sldMk cId="4235023802" sldId="1978"/>
        </pc:sldMkLst>
        <pc:picChg chg="mod">
          <ac:chgData name="Yadollah Yaghoobzadeh" userId="6e47bfdd41a25f50" providerId="LiveId" clId="{1425F82E-844D-4A7C-A9E8-5B733800248F}" dt="2025-05-04T06:00:04.439" v="1" actId="1076"/>
          <ac:picMkLst>
            <pc:docMk/>
            <pc:sldMk cId="4235023802" sldId="1978"/>
            <ac:picMk id="69" creationId="{76457251-B511-594C-A7FA-193733839591}"/>
          </ac:picMkLst>
        </pc:picChg>
      </pc:sldChg>
      <pc:sldChg chg="del">
        <pc:chgData name="Yadollah Yaghoobzadeh" userId="6e47bfdd41a25f50" providerId="LiveId" clId="{1425F82E-844D-4A7C-A9E8-5B733800248F}" dt="2025-05-04T07:47:56.284" v="797" actId="47"/>
        <pc:sldMkLst>
          <pc:docMk/>
          <pc:sldMk cId="3814643340" sldId="1980"/>
        </pc:sldMkLst>
      </pc:sldChg>
      <pc:sldChg chg="del">
        <pc:chgData name="Yadollah Yaghoobzadeh" userId="6e47bfdd41a25f50" providerId="LiveId" clId="{1425F82E-844D-4A7C-A9E8-5B733800248F}" dt="2025-05-04T09:03:25.873" v="1040" actId="2696"/>
        <pc:sldMkLst>
          <pc:docMk/>
          <pc:sldMk cId="4102118165" sldId="1981"/>
        </pc:sldMkLst>
      </pc:sldChg>
      <pc:sldChg chg="add">
        <pc:chgData name="Yadollah Yaghoobzadeh" userId="6e47bfdd41a25f50" providerId="LiveId" clId="{1425F82E-844D-4A7C-A9E8-5B733800248F}" dt="2025-05-04T09:03:33.088" v="1041"/>
        <pc:sldMkLst>
          <pc:docMk/>
          <pc:sldMk cId="4202128440" sldId="1981"/>
        </pc:sldMkLst>
      </pc:sldChg>
      <pc:sldChg chg="new del">
        <pc:chgData name="Yadollah Yaghoobzadeh" userId="6e47bfdd41a25f50" providerId="LiveId" clId="{1425F82E-844D-4A7C-A9E8-5B733800248F}" dt="2025-05-04T07:38:12.367" v="51" actId="680"/>
        <pc:sldMkLst>
          <pc:docMk/>
          <pc:sldMk cId="1802882836" sldId="1982"/>
        </pc:sldMkLst>
      </pc:sldChg>
      <pc:sldChg chg="modSp new mod ord">
        <pc:chgData name="Yadollah Yaghoobzadeh" userId="6e47bfdd41a25f50" providerId="LiveId" clId="{1425F82E-844D-4A7C-A9E8-5B733800248F}" dt="2025-05-04T07:42:58.245" v="315"/>
        <pc:sldMkLst>
          <pc:docMk/>
          <pc:sldMk cId="3049323003" sldId="1982"/>
        </pc:sldMkLst>
        <pc:spChg chg="mod">
          <ac:chgData name="Yadollah Yaghoobzadeh" userId="6e47bfdd41a25f50" providerId="LiveId" clId="{1425F82E-844D-4A7C-A9E8-5B733800248F}" dt="2025-05-04T07:39:00.063" v="103" actId="20577"/>
          <ac:spMkLst>
            <pc:docMk/>
            <pc:sldMk cId="3049323003" sldId="1982"/>
            <ac:spMk id="2" creationId="{E54432E4-98CA-B486-EF5D-6B3A6E47071E}"/>
          </ac:spMkLst>
        </pc:spChg>
        <pc:spChg chg="mod">
          <ac:chgData name="Yadollah Yaghoobzadeh" userId="6e47bfdd41a25f50" providerId="LiveId" clId="{1425F82E-844D-4A7C-A9E8-5B733800248F}" dt="2025-05-04T07:39:27.136" v="151" actId="20577"/>
          <ac:spMkLst>
            <pc:docMk/>
            <pc:sldMk cId="3049323003" sldId="1982"/>
            <ac:spMk id="3" creationId="{AFBD38CE-D194-E4CD-267B-66D0B0FA7771}"/>
          </ac:spMkLst>
        </pc:spChg>
      </pc:sldChg>
      <pc:sldChg chg="addSp modSp new mod setBg">
        <pc:chgData name="Yadollah Yaghoobzadeh" userId="6e47bfdd41a25f50" providerId="LiveId" clId="{1425F82E-844D-4A7C-A9E8-5B733800248F}" dt="2025-05-04T07:42:41.825" v="313" actId="26606"/>
        <pc:sldMkLst>
          <pc:docMk/>
          <pc:sldMk cId="3092116325" sldId="1983"/>
        </pc:sldMkLst>
        <pc:spChg chg="mod">
          <ac:chgData name="Yadollah Yaghoobzadeh" userId="6e47bfdd41a25f50" providerId="LiveId" clId="{1425F82E-844D-4A7C-A9E8-5B733800248F}" dt="2025-05-04T07:42:41.825" v="313" actId="26606"/>
          <ac:spMkLst>
            <pc:docMk/>
            <pc:sldMk cId="3092116325" sldId="1983"/>
            <ac:spMk id="2" creationId="{7DCD4822-3E67-EF14-FFBC-BF1058C66C4B}"/>
          </ac:spMkLst>
        </pc:spChg>
        <pc:spChg chg="mod">
          <ac:chgData name="Yadollah Yaghoobzadeh" userId="6e47bfdd41a25f50" providerId="LiveId" clId="{1425F82E-844D-4A7C-A9E8-5B733800248F}" dt="2025-05-04T07:42:41.825" v="313" actId="26606"/>
          <ac:spMkLst>
            <pc:docMk/>
            <pc:sldMk cId="3092116325" sldId="1983"/>
            <ac:spMk id="3" creationId="{1CD16061-6360-ECF9-5935-E7A13D47ED23}"/>
          </ac:spMkLst>
        </pc:spChg>
        <pc:spChg chg="mod">
          <ac:chgData name="Yadollah Yaghoobzadeh" userId="6e47bfdd41a25f50" providerId="LiveId" clId="{1425F82E-844D-4A7C-A9E8-5B733800248F}" dt="2025-05-04T07:42:41.825" v="313" actId="26606"/>
          <ac:spMkLst>
            <pc:docMk/>
            <pc:sldMk cId="3092116325" sldId="1983"/>
            <ac:spMk id="4" creationId="{0B3AB88B-19A6-87C3-CF83-07C2CE3AE0AC}"/>
          </ac:spMkLst>
        </pc:spChg>
        <pc:spChg chg="add">
          <ac:chgData name="Yadollah Yaghoobzadeh" userId="6e47bfdd41a25f50" providerId="LiveId" clId="{1425F82E-844D-4A7C-A9E8-5B733800248F}" dt="2025-05-04T07:42:41.825" v="313" actId="26606"/>
          <ac:spMkLst>
            <pc:docMk/>
            <pc:sldMk cId="3092116325" sldId="1983"/>
            <ac:spMk id="10" creationId="{9F7D5CDA-D291-4307-BF55-1381FED29634}"/>
          </ac:spMkLst>
        </pc:spChg>
        <pc:spChg chg="add">
          <ac:chgData name="Yadollah Yaghoobzadeh" userId="6e47bfdd41a25f50" providerId="LiveId" clId="{1425F82E-844D-4A7C-A9E8-5B733800248F}" dt="2025-05-04T07:42:41.825" v="313" actId="26606"/>
          <ac:spMkLst>
            <pc:docMk/>
            <pc:sldMk cId="3092116325" sldId="1983"/>
            <ac:spMk id="12" creationId="{59B296B9-C5A5-4E4F-9B60-C907B5F1466C}"/>
          </ac:spMkLst>
        </pc:spChg>
        <pc:spChg chg="add">
          <ac:chgData name="Yadollah Yaghoobzadeh" userId="6e47bfdd41a25f50" providerId="LiveId" clId="{1425F82E-844D-4A7C-A9E8-5B733800248F}" dt="2025-05-04T07:42:41.825" v="313" actId="26606"/>
          <ac:spMkLst>
            <pc:docMk/>
            <pc:sldMk cId="3092116325" sldId="1983"/>
            <ac:spMk id="14" creationId="{D0300FD3-5AF1-6305-15FA-9078072672E2}"/>
          </ac:spMkLst>
        </pc:spChg>
        <pc:picChg chg="add">
          <ac:chgData name="Yadollah Yaghoobzadeh" userId="6e47bfdd41a25f50" providerId="LiveId" clId="{1425F82E-844D-4A7C-A9E8-5B733800248F}" dt="2025-05-04T07:42:41.825" v="313" actId="26606"/>
          <ac:picMkLst>
            <pc:docMk/>
            <pc:sldMk cId="3092116325" sldId="1983"/>
            <ac:picMk id="6" creationId="{46855BDF-BC0D-B785-B98B-D31957C8D1CD}"/>
          </ac:picMkLst>
        </pc:picChg>
      </pc:sldChg>
      <pc:sldChg chg="addSp delSp modSp new mod setBg addAnim chgLayout">
        <pc:chgData name="Yadollah Yaghoobzadeh" userId="6e47bfdd41a25f50" providerId="LiveId" clId="{1425F82E-844D-4A7C-A9E8-5B733800248F}" dt="2025-05-04T07:41:08.616" v="283" actId="20577"/>
        <pc:sldMkLst>
          <pc:docMk/>
          <pc:sldMk cId="1614118178" sldId="1984"/>
        </pc:sldMkLst>
        <pc:spChg chg="del mod ord">
          <ac:chgData name="Yadollah Yaghoobzadeh" userId="6e47bfdd41a25f50" providerId="LiveId" clId="{1425F82E-844D-4A7C-A9E8-5B733800248F}" dt="2025-05-04T07:40:16.674" v="212" actId="700"/>
          <ac:spMkLst>
            <pc:docMk/>
            <pc:sldMk cId="1614118178" sldId="1984"/>
            <ac:spMk id="2" creationId="{97EB3ECC-CF05-458B-F39A-75700E6FABC1}"/>
          </ac:spMkLst>
        </pc:spChg>
        <pc:spChg chg="add mod ord">
          <ac:chgData name="Yadollah Yaghoobzadeh" userId="6e47bfdd41a25f50" providerId="LiveId" clId="{1425F82E-844D-4A7C-A9E8-5B733800248F}" dt="2025-05-04T07:40:48.417" v="265" actId="26606"/>
          <ac:spMkLst>
            <pc:docMk/>
            <pc:sldMk cId="1614118178" sldId="1984"/>
            <ac:spMk id="3" creationId="{55B85483-B7BE-A11A-D0AE-2C1AB10B6CE0}"/>
          </ac:spMkLst>
        </pc:spChg>
        <pc:spChg chg="add mod ord">
          <ac:chgData name="Yadollah Yaghoobzadeh" userId="6e47bfdd41a25f50" providerId="LiveId" clId="{1425F82E-844D-4A7C-A9E8-5B733800248F}" dt="2025-05-04T07:41:08.616" v="283" actId="20577"/>
          <ac:spMkLst>
            <pc:docMk/>
            <pc:sldMk cId="1614118178" sldId="1984"/>
            <ac:spMk id="4" creationId="{974898EF-59D6-E49D-1C15-44B95CF1D155}"/>
          </ac:spMkLst>
        </pc:spChg>
        <pc:spChg chg="add">
          <ac:chgData name="Yadollah Yaghoobzadeh" userId="6e47bfdd41a25f50" providerId="LiveId" clId="{1425F82E-844D-4A7C-A9E8-5B733800248F}" dt="2025-05-04T07:40:48.417" v="265" actId="26606"/>
          <ac:spMkLst>
            <pc:docMk/>
            <pc:sldMk cId="1614118178" sldId="1984"/>
            <ac:spMk id="10" creationId="{C0763A76-9F1C-4FC5-82B7-DD475DA461B2}"/>
          </ac:spMkLst>
        </pc:spChg>
        <pc:spChg chg="add">
          <ac:chgData name="Yadollah Yaghoobzadeh" userId="6e47bfdd41a25f50" providerId="LiveId" clId="{1425F82E-844D-4A7C-A9E8-5B733800248F}" dt="2025-05-04T07:40:48.417" v="265" actId="26606"/>
          <ac:spMkLst>
            <pc:docMk/>
            <pc:sldMk cId="1614118178" sldId="1984"/>
            <ac:spMk id="12" creationId="{E81BF4F6-F2CF-4984-9D14-D6966D92F99F}"/>
          </ac:spMkLst>
        </pc:spChg>
        <pc:picChg chg="add">
          <ac:chgData name="Yadollah Yaghoobzadeh" userId="6e47bfdd41a25f50" providerId="LiveId" clId="{1425F82E-844D-4A7C-A9E8-5B733800248F}" dt="2025-05-04T07:40:48.417" v="265" actId="26606"/>
          <ac:picMkLst>
            <pc:docMk/>
            <pc:sldMk cId="1614118178" sldId="1984"/>
            <ac:picMk id="6" creationId="{D265C5B9-6C99-D50A-FD36-71E5C7FB9BE5}"/>
          </ac:picMkLst>
        </pc:picChg>
      </pc:sldChg>
      <pc:sldChg chg="modSp new del mod">
        <pc:chgData name="Yadollah Yaghoobzadeh" userId="6e47bfdd41a25f50" providerId="LiveId" clId="{1425F82E-844D-4A7C-A9E8-5B733800248F}" dt="2025-05-04T07:42:16.574" v="312" actId="47"/>
        <pc:sldMkLst>
          <pc:docMk/>
          <pc:sldMk cId="1153305422" sldId="1985"/>
        </pc:sldMkLst>
        <pc:spChg chg="mod">
          <ac:chgData name="Yadollah Yaghoobzadeh" userId="6e47bfdd41a25f50" providerId="LiveId" clId="{1425F82E-844D-4A7C-A9E8-5B733800248F}" dt="2025-05-04T07:42:13.897" v="311" actId="20577"/>
          <ac:spMkLst>
            <pc:docMk/>
            <pc:sldMk cId="1153305422" sldId="1985"/>
            <ac:spMk id="2" creationId="{6252CCBA-09A6-4C8B-B62F-CECB03A10BF6}"/>
          </ac:spMkLst>
        </pc:spChg>
      </pc:sldChg>
      <pc:sldChg chg="modSp new del mod">
        <pc:chgData name="Yadollah Yaghoobzadeh" userId="6e47bfdd41a25f50" providerId="LiveId" clId="{1425F82E-844D-4A7C-A9E8-5B733800248F}" dt="2025-05-04T07:42:03.524" v="304" actId="47"/>
        <pc:sldMkLst>
          <pc:docMk/>
          <pc:sldMk cId="2010788114" sldId="1985"/>
        </pc:sldMkLst>
        <pc:spChg chg="mod">
          <ac:chgData name="Yadollah Yaghoobzadeh" userId="6e47bfdd41a25f50" providerId="LiveId" clId="{1425F82E-844D-4A7C-A9E8-5B733800248F}" dt="2025-05-04T07:42:00.359" v="303" actId="20577"/>
          <ac:spMkLst>
            <pc:docMk/>
            <pc:sldMk cId="2010788114" sldId="1985"/>
            <ac:spMk id="2" creationId="{E1B9FC1B-8FFF-7E75-0386-30860D14BC86}"/>
          </ac:spMkLst>
        </pc:spChg>
      </pc:sldChg>
      <pc:sldChg chg="modSp new mod">
        <pc:chgData name="Yadollah Yaghoobzadeh" userId="6e47bfdd41a25f50" providerId="LiveId" clId="{1425F82E-844D-4A7C-A9E8-5B733800248F}" dt="2025-05-04T07:44:26.006" v="473" actId="20577"/>
        <pc:sldMkLst>
          <pc:docMk/>
          <pc:sldMk cId="3725335044" sldId="1985"/>
        </pc:sldMkLst>
        <pc:spChg chg="mod">
          <ac:chgData name="Yadollah Yaghoobzadeh" userId="6e47bfdd41a25f50" providerId="LiveId" clId="{1425F82E-844D-4A7C-A9E8-5B733800248F}" dt="2025-05-04T07:43:36.596" v="357" actId="27636"/>
          <ac:spMkLst>
            <pc:docMk/>
            <pc:sldMk cId="3725335044" sldId="1985"/>
            <ac:spMk id="2" creationId="{A0A2170A-152F-1C8C-662C-384848D03230}"/>
          </ac:spMkLst>
        </pc:spChg>
        <pc:spChg chg="mod">
          <ac:chgData name="Yadollah Yaghoobzadeh" userId="6e47bfdd41a25f50" providerId="LiveId" clId="{1425F82E-844D-4A7C-A9E8-5B733800248F}" dt="2025-05-04T07:44:26.006" v="473" actId="20577"/>
          <ac:spMkLst>
            <pc:docMk/>
            <pc:sldMk cId="3725335044" sldId="1985"/>
            <ac:spMk id="3" creationId="{E4FA71A9-1469-3896-7D5E-8188339F2859}"/>
          </ac:spMkLst>
        </pc:spChg>
      </pc:sldChg>
      <pc:sldChg chg="modSp new mod">
        <pc:chgData name="Yadollah Yaghoobzadeh" userId="6e47bfdd41a25f50" providerId="LiveId" clId="{1425F82E-844D-4A7C-A9E8-5B733800248F}" dt="2025-05-04T11:25:56.087" v="1583" actId="5793"/>
        <pc:sldMkLst>
          <pc:docMk/>
          <pc:sldMk cId="2001135621" sldId="1986"/>
        </pc:sldMkLst>
        <pc:spChg chg="mod">
          <ac:chgData name="Yadollah Yaghoobzadeh" userId="6e47bfdd41a25f50" providerId="LiveId" clId="{1425F82E-844D-4A7C-A9E8-5B733800248F}" dt="2025-05-04T07:44:49.883" v="486" actId="20577"/>
          <ac:spMkLst>
            <pc:docMk/>
            <pc:sldMk cId="2001135621" sldId="1986"/>
            <ac:spMk id="2" creationId="{B48DFD05-1EA4-293A-C4BC-7841C28D39F7}"/>
          </ac:spMkLst>
        </pc:spChg>
        <pc:spChg chg="mod">
          <ac:chgData name="Yadollah Yaghoobzadeh" userId="6e47bfdd41a25f50" providerId="LiveId" clId="{1425F82E-844D-4A7C-A9E8-5B733800248F}" dt="2025-05-04T11:25:56.087" v="1583" actId="5793"/>
          <ac:spMkLst>
            <pc:docMk/>
            <pc:sldMk cId="2001135621" sldId="1986"/>
            <ac:spMk id="3" creationId="{A15F3BE0-AAF7-5111-4E4D-08D25A081026}"/>
          </ac:spMkLst>
        </pc:spChg>
      </pc:sldChg>
      <pc:sldChg chg="modSp new mod">
        <pc:chgData name="Yadollah Yaghoobzadeh" userId="6e47bfdd41a25f50" providerId="LiveId" clId="{1425F82E-844D-4A7C-A9E8-5B733800248F}" dt="2025-05-04T07:46:57.616" v="794" actId="20577"/>
        <pc:sldMkLst>
          <pc:docMk/>
          <pc:sldMk cId="967746756" sldId="1987"/>
        </pc:sldMkLst>
        <pc:spChg chg="mod">
          <ac:chgData name="Yadollah Yaghoobzadeh" userId="6e47bfdd41a25f50" providerId="LiveId" clId="{1425F82E-844D-4A7C-A9E8-5B733800248F}" dt="2025-05-04T07:46:57.616" v="794" actId="20577"/>
          <ac:spMkLst>
            <pc:docMk/>
            <pc:sldMk cId="967746756" sldId="1987"/>
            <ac:spMk id="2" creationId="{3F315572-73A7-7609-CF4D-C19BB112C654}"/>
          </ac:spMkLst>
        </pc:spChg>
      </pc:sldChg>
      <pc:sldChg chg="addSp delSp modSp new mod">
        <pc:chgData name="Yadollah Yaghoobzadeh" userId="6e47bfdd41a25f50" providerId="LiveId" clId="{1425F82E-844D-4A7C-A9E8-5B733800248F}" dt="2025-05-04T09:00:16.185" v="978" actId="478"/>
        <pc:sldMkLst>
          <pc:docMk/>
          <pc:sldMk cId="3327392404" sldId="1988"/>
        </pc:sldMkLst>
        <pc:spChg chg="mod">
          <ac:chgData name="Yadollah Yaghoobzadeh" userId="6e47bfdd41a25f50" providerId="LiveId" clId="{1425F82E-844D-4A7C-A9E8-5B733800248F}" dt="2025-05-04T08:59:20.091" v="968" actId="20577"/>
          <ac:spMkLst>
            <pc:docMk/>
            <pc:sldMk cId="3327392404" sldId="1988"/>
            <ac:spMk id="2" creationId="{96604200-45BB-5A01-E821-E282CC1BD0D7}"/>
          </ac:spMkLst>
        </pc:spChg>
        <pc:spChg chg="del">
          <ac:chgData name="Yadollah Yaghoobzadeh" userId="6e47bfdd41a25f50" providerId="LiveId" clId="{1425F82E-844D-4A7C-A9E8-5B733800248F}" dt="2025-05-04T08:59:54.811" v="973" actId="478"/>
          <ac:spMkLst>
            <pc:docMk/>
            <pc:sldMk cId="3327392404" sldId="1988"/>
            <ac:spMk id="3" creationId="{EEFAE305-058D-8ADD-D448-1F0F0A0822EB}"/>
          </ac:spMkLst>
        </pc:spChg>
        <pc:spChg chg="add mod">
          <ac:chgData name="Yadollah Yaghoobzadeh" userId="6e47bfdd41a25f50" providerId="LiveId" clId="{1425F82E-844D-4A7C-A9E8-5B733800248F}" dt="2025-05-04T08:59:48.399" v="972"/>
          <ac:spMkLst>
            <pc:docMk/>
            <pc:sldMk cId="3327392404" sldId="1988"/>
            <ac:spMk id="5" creationId="{31D3EBCA-C639-73B2-6277-1B05E1B65EC4}"/>
          </ac:spMkLst>
        </pc:spChg>
        <pc:spChg chg="add mod">
          <ac:chgData name="Yadollah Yaghoobzadeh" userId="6e47bfdd41a25f50" providerId="LiveId" clId="{1425F82E-844D-4A7C-A9E8-5B733800248F}" dt="2025-05-04T08:59:48.399" v="972"/>
          <ac:spMkLst>
            <pc:docMk/>
            <pc:sldMk cId="3327392404" sldId="1988"/>
            <ac:spMk id="8" creationId="{FE577387-459D-6632-6BB8-2A8119793AF6}"/>
          </ac:spMkLst>
        </pc:spChg>
        <pc:spChg chg="add mod">
          <ac:chgData name="Yadollah Yaghoobzadeh" userId="6e47bfdd41a25f50" providerId="LiveId" clId="{1425F82E-844D-4A7C-A9E8-5B733800248F}" dt="2025-05-04T08:59:48.399" v="972"/>
          <ac:spMkLst>
            <pc:docMk/>
            <pc:sldMk cId="3327392404" sldId="1988"/>
            <ac:spMk id="9" creationId="{9B8445CA-E1FF-4150-5C97-CFFC393673AD}"/>
          </ac:spMkLst>
        </pc:spChg>
        <pc:spChg chg="add mod">
          <ac:chgData name="Yadollah Yaghoobzadeh" userId="6e47bfdd41a25f50" providerId="LiveId" clId="{1425F82E-844D-4A7C-A9E8-5B733800248F}" dt="2025-05-04T08:59:48.399" v="972"/>
          <ac:spMkLst>
            <pc:docMk/>
            <pc:sldMk cId="3327392404" sldId="1988"/>
            <ac:spMk id="10" creationId="{1D0805DD-49A4-9511-07CA-6A0E85C06885}"/>
          </ac:spMkLst>
        </pc:spChg>
        <pc:spChg chg="add mod">
          <ac:chgData name="Yadollah Yaghoobzadeh" userId="6e47bfdd41a25f50" providerId="LiveId" clId="{1425F82E-844D-4A7C-A9E8-5B733800248F}" dt="2025-05-04T08:59:48.399" v="972"/>
          <ac:spMkLst>
            <pc:docMk/>
            <pc:sldMk cId="3327392404" sldId="1988"/>
            <ac:spMk id="35" creationId="{8BFE107D-A65E-A62B-3865-9A3E3EFA9686}"/>
          </ac:spMkLst>
        </pc:spChg>
        <pc:spChg chg="add mod">
          <ac:chgData name="Yadollah Yaghoobzadeh" userId="6e47bfdd41a25f50" providerId="LiveId" clId="{1425F82E-844D-4A7C-A9E8-5B733800248F}" dt="2025-05-04T08:59:48.399" v="972"/>
          <ac:spMkLst>
            <pc:docMk/>
            <pc:sldMk cId="3327392404" sldId="1988"/>
            <ac:spMk id="36" creationId="{85B5FBCF-B032-224E-2810-A8543392B3C1}"/>
          </ac:spMkLst>
        </pc:spChg>
        <pc:spChg chg="add mod">
          <ac:chgData name="Yadollah Yaghoobzadeh" userId="6e47bfdd41a25f50" providerId="LiveId" clId="{1425F82E-844D-4A7C-A9E8-5B733800248F}" dt="2025-05-04T08:59:48.399" v="972"/>
          <ac:spMkLst>
            <pc:docMk/>
            <pc:sldMk cId="3327392404" sldId="1988"/>
            <ac:spMk id="40" creationId="{8EFAFEA3-7E70-8EA9-17FE-8E4C45036AAF}"/>
          </ac:spMkLst>
        </pc:spChg>
        <pc:spChg chg="add mod">
          <ac:chgData name="Yadollah Yaghoobzadeh" userId="6e47bfdd41a25f50" providerId="LiveId" clId="{1425F82E-844D-4A7C-A9E8-5B733800248F}" dt="2025-05-04T08:59:48.399" v="972"/>
          <ac:spMkLst>
            <pc:docMk/>
            <pc:sldMk cId="3327392404" sldId="1988"/>
            <ac:spMk id="47" creationId="{C1002713-1AF2-2979-F97A-CC635EF2C63A}"/>
          </ac:spMkLst>
        </pc:spChg>
        <pc:spChg chg="add mod">
          <ac:chgData name="Yadollah Yaghoobzadeh" userId="6e47bfdd41a25f50" providerId="LiveId" clId="{1425F82E-844D-4A7C-A9E8-5B733800248F}" dt="2025-05-04T08:59:48.399" v="972"/>
          <ac:spMkLst>
            <pc:docMk/>
            <pc:sldMk cId="3327392404" sldId="1988"/>
            <ac:spMk id="49" creationId="{B87AA2F2-561C-0B17-2444-E54BA466530C}"/>
          </ac:spMkLst>
        </pc:spChg>
        <pc:spChg chg="add del mod">
          <ac:chgData name="Yadollah Yaghoobzadeh" userId="6e47bfdd41a25f50" providerId="LiveId" clId="{1425F82E-844D-4A7C-A9E8-5B733800248F}" dt="2025-05-04T09:00:14.635" v="977" actId="478"/>
          <ac:spMkLst>
            <pc:docMk/>
            <pc:sldMk cId="3327392404" sldId="1988"/>
            <ac:spMk id="122" creationId="{7F837D76-9493-90E4-2E65-9615E4EF5054}"/>
          </ac:spMkLst>
        </pc:spChg>
        <pc:picChg chg="mod">
          <ac:chgData name="Yadollah Yaghoobzadeh" userId="6e47bfdd41a25f50" providerId="LiveId" clId="{1425F82E-844D-4A7C-A9E8-5B733800248F}" dt="2025-05-04T09:00:04.674" v="975" actId="1076"/>
          <ac:picMkLst>
            <pc:docMk/>
            <pc:sldMk cId="3327392404" sldId="1988"/>
            <ac:picMk id="65" creationId="{F97640F9-7135-2D8B-7859-2729200C02C7}"/>
          </ac:picMkLst>
        </pc:picChg>
        <pc:picChg chg="del">
          <ac:chgData name="Yadollah Yaghoobzadeh" userId="6e47bfdd41a25f50" providerId="LiveId" clId="{1425F82E-844D-4A7C-A9E8-5B733800248F}" dt="2025-05-04T09:00:16.185" v="978" actId="478"/>
          <ac:picMkLst>
            <pc:docMk/>
            <pc:sldMk cId="3327392404" sldId="1988"/>
            <ac:picMk id="121" creationId="{1E15E9F1-2BF8-0B90-CF25-C787950E6075}"/>
          </ac:picMkLst>
        </pc:picChg>
      </pc:sldChg>
      <pc:sldChg chg="modSp new mod">
        <pc:chgData name="Yadollah Yaghoobzadeh" userId="6e47bfdd41a25f50" providerId="LiveId" clId="{1425F82E-844D-4A7C-A9E8-5B733800248F}" dt="2025-05-04T08:58:39.973" v="962" actId="20577"/>
        <pc:sldMkLst>
          <pc:docMk/>
          <pc:sldMk cId="2961965348" sldId="1989"/>
        </pc:sldMkLst>
        <pc:spChg chg="mod">
          <ac:chgData name="Yadollah Yaghoobzadeh" userId="6e47bfdd41a25f50" providerId="LiveId" clId="{1425F82E-844D-4A7C-A9E8-5B733800248F}" dt="2025-05-04T08:58:31.990" v="960" actId="20577"/>
          <ac:spMkLst>
            <pc:docMk/>
            <pc:sldMk cId="2961965348" sldId="1989"/>
            <ac:spMk id="2" creationId="{E457E33D-1843-0CC8-33FB-E5F486ADC80D}"/>
          </ac:spMkLst>
        </pc:spChg>
        <pc:spChg chg="mod">
          <ac:chgData name="Yadollah Yaghoobzadeh" userId="6e47bfdd41a25f50" providerId="LiveId" clId="{1425F82E-844D-4A7C-A9E8-5B733800248F}" dt="2025-05-04T08:58:39.973" v="962" actId="20577"/>
          <ac:spMkLst>
            <pc:docMk/>
            <pc:sldMk cId="2961965348" sldId="1989"/>
            <ac:spMk id="3" creationId="{5A95E4E4-E7AF-E903-C6FE-A57BE1257B13}"/>
          </ac:spMkLst>
        </pc:spChg>
      </pc:sldChg>
      <pc:sldChg chg="addSp delSp modSp add del mod">
        <pc:chgData name="Yadollah Yaghoobzadeh" userId="6e47bfdd41a25f50" providerId="LiveId" clId="{1425F82E-844D-4A7C-A9E8-5B733800248F}" dt="2025-05-04T09:00:07.917" v="976" actId="47"/>
        <pc:sldMkLst>
          <pc:docMk/>
          <pc:sldMk cId="2563658879" sldId="1990"/>
        </pc:sldMkLst>
        <pc:spChg chg="del">
          <ac:chgData name="Yadollah Yaghoobzadeh" userId="6e47bfdd41a25f50" providerId="LiveId" clId="{1425F82E-844D-4A7C-A9E8-5B733800248F}" dt="2025-05-04T08:59:30.373" v="970" actId="478"/>
          <ac:spMkLst>
            <pc:docMk/>
            <pc:sldMk cId="2563658879" sldId="1990"/>
            <ac:spMk id="2" creationId="{66C297F8-8B4D-1A69-D569-CABD8A1C922C}"/>
          </ac:spMkLst>
        </pc:spChg>
        <pc:spChg chg="add del mod">
          <ac:chgData name="Yadollah Yaghoobzadeh" userId="6e47bfdd41a25f50" providerId="LiveId" clId="{1425F82E-844D-4A7C-A9E8-5B733800248F}" dt="2025-05-04T08:59:31.869" v="971" actId="478"/>
          <ac:spMkLst>
            <pc:docMk/>
            <pc:sldMk cId="2563658879" sldId="1990"/>
            <ac:spMk id="21" creationId="{FC5172D6-3FE7-0C13-46EB-A83D3ECEB2B8}"/>
          </ac:spMkLst>
        </pc:spChg>
      </pc:sldChg>
      <pc:sldChg chg="modSp add mod">
        <pc:chgData name="Yadollah Yaghoobzadeh" userId="6e47bfdd41a25f50" providerId="LiveId" clId="{1425F82E-844D-4A7C-A9E8-5B733800248F}" dt="2025-05-04T09:14:45.730" v="1203" actId="20577"/>
        <pc:sldMkLst>
          <pc:docMk/>
          <pc:sldMk cId="3362830898" sldId="1990"/>
        </pc:sldMkLst>
        <pc:spChg chg="mod">
          <ac:chgData name="Yadollah Yaghoobzadeh" userId="6e47bfdd41a25f50" providerId="LiveId" clId="{1425F82E-844D-4A7C-A9E8-5B733800248F}" dt="2025-05-04T09:14:45.730" v="1203" actId="20577"/>
          <ac:spMkLst>
            <pc:docMk/>
            <pc:sldMk cId="3362830898" sldId="1990"/>
            <ac:spMk id="3" creationId="{DF10A393-26AC-7FCB-9153-08252D87F7A0}"/>
          </ac:spMkLst>
        </pc:spChg>
      </pc:sldChg>
      <pc:sldChg chg="modSp new del mod">
        <pc:chgData name="Yadollah Yaghoobzadeh" userId="6e47bfdd41a25f50" providerId="LiveId" clId="{1425F82E-844D-4A7C-A9E8-5B733800248F}" dt="2025-05-04T09:03:25.873" v="1040" actId="2696"/>
        <pc:sldMkLst>
          <pc:docMk/>
          <pc:sldMk cId="4253992717" sldId="1990"/>
        </pc:sldMkLst>
        <pc:spChg chg="mod">
          <ac:chgData name="Yadollah Yaghoobzadeh" userId="6e47bfdd41a25f50" providerId="LiveId" clId="{1425F82E-844D-4A7C-A9E8-5B733800248F}" dt="2025-05-04T09:02:53.298" v="1011" actId="20577"/>
          <ac:spMkLst>
            <pc:docMk/>
            <pc:sldMk cId="4253992717" sldId="1990"/>
            <ac:spMk id="2" creationId="{968A31FC-FB1F-D3D7-3805-56100B8A49C5}"/>
          </ac:spMkLst>
        </pc:spChg>
        <pc:spChg chg="mod">
          <ac:chgData name="Yadollah Yaghoobzadeh" userId="6e47bfdd41a25f50" providerId="LiveId" clId="{1425F82E-844D-4A7C-A9E8-5B733800248F}" dt="2025-05-04T09:03:14.631" v="1039" actId="20577"/>
          <ac:spMkLst>
            <pc:docMk/>
            <pc:sldMk cId="4253992717" sldId="1990"/>
            <ac:spMk id="3" creationId="{DF10A393-26AC-7FCB-9153-08252D87F7A0}"/>
          </ac:spMkLst>
        </pc:spChg>
      </pc:sldChg>
      <pc:sldChg chg="modSp new mod">
        <pc:chgData name="Yadollah Yaghoobzadeh" userId="6e47bfdd41a25f50" providerId="LiveId" clId="{1425F82E-844D-4A7C-A9E8-5B733800248F}" dt="2025-05-04T09:08:02.410" v="1201" actId="20577"/>
        <pc:sldMkLst>
          <pc:docMk/>
          <pc:sldMk cId="3071484103" sldId="1991"/>
        </pc:sldMkLst>
        <pc:spChg chg="mod">
          <ac:chgData name="Yadollah Yaghoobzadeh" userId="6e47bfdd41a25f50" providerId="LiveId" clId="{1425F82E-844D-4A7C-A9E8-5B733800248F}" dt="2025-05-04T09:03:56.822" v="1045"/>
          <ac:spMkLst>
            <pc:docMk/>
            <pc:sldMk cId="3071484103" sldId="1991"/>
            <ac:spMk id="2" creationId="{8724D2B0-1EF8-68F5-B024-D962DD93A53A}"/>
          </ac:spMkLst>
        </pc:spChg>
        <pc:spChg chg="mod">
          <ac:chgData name="Yadollah Yaghoobzadeh" userId="6e47bfdd41a25f50" providerId="LiveId" clId="{1425F82E-844D-4A7C-A9E8-5B733800248F}" dt="2025-05-04T09:08:02.410" v="1201" actId="20577"/>
          <ac:spMkLst>
            <pc:docMk/>
            <pc:sldMk cId="3071484103" sldId="1991"/>
            <ac:spMk id="3" creationId="{BE67E538-039E-0F24-0FDD-9D2F7981EE78}"/>
          </ac:spMkLst>
        </pc:spChg>
      </pc:sldChg>
      <pc:sldChg chg="modSp new mod">
        <pc:chgData name="Yadollah Yaghoobzadeh" userId="6e47bfdd41a25f50" providerId="LiveId" clId="{1425F82E-844D-4A7C-A9E8-5B733800248F}" dt="2025-05-04T09:20:29.239" v="1554" actId="20577"/>
        <pc:sldMkLst>
          <pc:docMk/>
          <pc:sldMk cId="150777465" sldId="1992"/>
        </pc:sldMkLst>
        <pc:spChg chg="mod">
          <ac:chgData name="Yadollah Yaghoobzadeh" userId="6e47bfdd41a25f50" providerId="LiveId" clId="{1425F82E-844D-4A7C-A9E8-5B733800248F}" dt="2025-05-04T09:18:26.492" v="1263" actId="20577"/>
          <ac:spMkLst>
            <pc:docMk/>
            <pc:sldMk cId="150777465" sldId="1992"/>
            <ac:spMk id="2" creationId="{585AD0ED-2483-BDF8-FB00-DF44E7CC7020}"/>
          </ac:spMkLst>
        </pc:spChg>
        <pc:spChg chg="mod">
          <ac:chgData name="Yadollah Yaghoobzadeh" userId="6e47bfdd41a25f50" providerId="LiveId" clId="{1425F82E-844D-4A7C-A9E8-5B733800248F}" dt="2025-05-04T09:20:29.239" v="1554" actId="20577"/>
          <ac:spMkLst>
            <pc:docMk/>
            <pc:sldMk cId="150777465" sldId="1992"/>
            <ac:spMk id="3" creationId="{9DDA02BF-6CD5-837B-F5F9-CEBA9B80AE6A}"/>
          </ac:spMkLst>
        </pc:spChg>
      </pc:sldChg>
      <pc:sldChg chg="new del">
        <pc:chgData name="Yadollah Yaghoobzadeh" userId="6e47bfdd41a25f50" providerId="LiveId" clId="{1425F82E-844D-4A7C-A9E8-5B733800248F}" dt="2025-05-04T11:19:30.196" v="1582" actId="47"/>
        <pc:sldMkLst>
          <pc:docMk/>
          <pc:sldMk cId="1065033607" sldId="1993"/>
        </pc:sldMkLst>
      </pc:sldChg>
      <pc:sldMasterChg chg="delSldLayout modSldLayout">
        <pc:chgData name="Yadollah Yaghoobzadeh" userId="6e47bfdd41a25f50" providerId="LiveId" clId="{1425F82E-844D-4A7C-A9E8-5B733800248F}" dt="2025-05-04T09:03:25.873" v="1040" actId="2696"/>
        <pc:sldMasterMkLst>
          <pc:docMk/>
          <pc:sldMasterMk cId="171950421" sldId="2147483779"/>
        </pc:sldMasterMkLst>
        <pc:sldLayoutChg chg="modSp mod">
          <pc:chgData name="Yadollah Yaghoobzadeh" userId="6e47bfdd41a25f50" providerId="LiveId" clId="{1425F82E-844D-4A7C-A9E8-5B733800248F}" dt="2025-05-04T07:38:03.016" v="49" actId="20577"/>
          <pc:sldLayoutMkLst>
            <pc:docMk/>
            <pc:sldMasterMk cId="171950421" sldId="2147483779"/>
            <pc:sldLayoutMk cId="367002956" sldId="2147483791"/>
          </pc:sldLayoutMkLst>
          <pc:spChg chg="mod">
            <ac:chgData name="Yadollah Yaghoobzadeh" userId="6e47bfdd41a25f50" providerId="LiveId" clId="{1425F82E-844D-4A7C-A9E8-5B733800248F}" dt="2025-05-04T07:38:03.016" v="49" actId="20577"/>
            <ac:spMkLst>
              <pc:docMk/>
              <pc:sldMasterMk cId="171950421" sldId="2147483779"/>
              <pc:sldLayoutMk cId="367002956" sldId="2147483791"/>
              <ac:spMk id="3" creationId="{589C87D7-4FFF-3090-7978-ACE9D0723D25}"/>
            </ac:spMkLst>
          </pc:spChg>
        </pc:sldLayoutChg>
        <pc:sldLayoutChg chg="del">
          <pc:chgData name="Yadollah Yaghoobzadeh" userId="6e47bfdd41a25f50" providerId="LiveId" clId="{1425F82E-844D-4A7C-A9E8-5B733800248F}" dt="2025-05-04T09:03:25.873" v="1040" actId="2696"/>
          <pc:sldLayoutMkLst>
            <pc:docMk/>
            <pc:sldMasterMk cId="171950421" sldId="2147483779"/>
            <pc:sldLayoutMk cId="1259751944" sldId="214748379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64490D-F570-4B09-B1F1-76C91DD2C33E}" type="datetimeFigureOut">
              <a:rPr lang="en-US" smtClean="0"/>
              <a:t>5/30/2026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B59005-A619-4B65-B892-C09CB53A2022}" type="slidenum">
              <a:rPr lang="en-US" smtClean="0"/>
              <a:t>‹#›</a:t>
            </a:fld>
            <a:endParaRPr lang="en-US"/>
          </a:p>
        </p:txBody>
      </p:sp>
    </p:spTree>
    <p:extLst>
      <p:ext uri="{BB962C8B-B14F-4D97-AF65-F5344CB8AC3E}">
        <p14:creationId xmlns:p14="http://schemas.microsoft.com/office/powerpoint/2010/main" val="29053930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B59005-A619-4B65-B892-C09CB53A2022}" type="slidenum">
              <a:rPr lang="en-US" smtClean="0"/>
              <a:t>1</a:t>
            </a:fld>
            <a:endParaRPr lang="en-US"/>
          </a:p>
        </p:txBody>
      </p:sp>
    </p:spTree>
    <p:extLst>
      <p:ext uri="{BB962C8B-B14F-4D97-AF65-F5344CB8AC3E}">
        <p14:creationId xmlns:p14="http://schemas.microsoft.com/office/powerpoint/2010/main" val="933927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06faf9b2e3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106faf9b2e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06faf9b2e3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06faf9b2e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106faf9b2e3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g106faf9b2e3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10431a8a406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10431a8a406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f8654a6c00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6" name="Google Shape;196;gf8654a6c00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06faf9b2e3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106faf9b2e3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a:t>Good resource: https://towardsdatascience.com/a-comprehensive-guide-to-convolutional-neural-networks-the-eli5-way-3bd2b1164a53</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a42aca5165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2a42aca516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06faf9b2e3_0_3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106faf9b2e3_0_3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a:t>Another Good Resource: https://insightsimaging.springeropen.com/articles/10.1007/s13244-018-0639-9</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106faf9b2e3_0_14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106faf9b2e3_0_1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a:t>Another Good Resource: https://insightsimaging.springeropen.com/articles/10.1007/s13244-018-0639-9</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06faf9b2e3_0_4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106faf9b2e3_0_4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2a42aca5165_1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2a42aca5165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r>
              <a:rPr lang="en"/>
              <a:t>Another Good Resource: https://insightsimaging.springeropen.com/articles/10.1007/s13244-018-0639-9</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106faf9b2e3_0_6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106faf9b2e3_0_6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3"/>
        <p:cNvGrpSpPr/>
        <p:nvPr/>
      </p:nvGrpSpPr>
      <p:grpSpPr>
        <a:xfrm>
          <a:off x="0" y="0"/>
          <a:ext cx="0" cy="0"/>
          <a:chOff x="0" y="0"/>
          <a:chExt cx="0" cy="0"/>
        </a:xfrm>
      </p:grpSpPr>
      <p:sp>
        <p:nvSpPr>
          <p:cNvPr id="964" name="Google Shape;964;g106faf9b2e3_0_12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5" name="Google Shape;965;g106faf9b2e3_0_12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Excellent resource: https://machinelearningmastery.com/improve-deep-learning-performance/</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0"/>
        <p:cNvGrpSpPr/>
        <p:nvPr/>
      </p:nvGrpSpPr>
      <p:grpSpPr>
        <a:xfrm>
          <a:off x="0" y="0"/>
          <a:ext cx="0" cy="0"/>
          <a:chOff x="0" y="0"/>
          <a:chExt cx="0" cy="0"/>
        </a:xfrm>
      </p:grpSpPr>
      <p:sp>
        <p:nvSpPr>
          <p:cNvPr id="971" name="Google Shape;971;g106faf9b2e3_0_13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2" name="Google Shape;972;g106faf9b2e3_0_1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200"/>
              </a:spcAft>
              <a:buClr>
                <a:schemeClr val="dk1"/>
              </a:buClr>
              <a:buSzPts val="11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dirty="0">
                <a:effectLst/>
                <a:latin typeface="Calibri" panose="020F0502020204030204" pitchFamily="34" charset="0"/>
                <a:cs typeface="Calibri" panose="020F0502020204030204" pitchFamily="34" charset="0"/>
              </a:rPr>
              <a:t>h</a:t>
            </a:r>
            <a:r>
              <a:rPr lang="en-US" sz="1600" i="1" baseline="-25000" dirty="0">
                <a:effectLst/>
                <a:latin typeface="Calibri" panose="020F0502020204030204" pitchFamily="34" charset="0"/>
                <a:cs typeface="Calibri" panose="020F0502020204030204" pitchFamily="34" charset="0"/>
              </a:rPr>
              <a:t>t</a:t>
            </a:r>
            <a:r>
              <a:rPr lang="en-US" sz="1600" baseline="-25000" dirty="0">
                <a:effectLst/>
                <a:latin typeface="Calibri" panose="020F0502020204030204" pitchFamily="34" charset="0"/>
                <a:cs typeface="Calibri" panose="020F0502020204030204" pitchFamily="34" charset="0"/>
              </a:rPr>
              <a:t>−1</a:t>
            </a:r>
            <a:r>
              <a:rPr lang="en-US" sz="1200" dirty="0">
                <a:effectLst/>
                <a:latin typeface="Calibri" panose="020F0502020204030204" pitchFamily="34" charset="0"/>
                <a:cs typeface="Calibri" panose="020F0502020204030204" pitchFamily="34" charset="0"/>
              </a:rPr>
              <a:t> from prior time step is multiplied by </a:t>
            </a:r>
            <a:r>
              <a:rPr lang="en-US" sz="1200" b="1" dirty="0">
                <a:effectLst/>
                <a:latin typeface="Calibri" panose="020F0502020204030204" pitchFamily="34" charset="0"/>
                <a:cs typeface="Calibri" panose="020F0502020204030204" pitchFamily="34" charset="0"/>
              </a:rPr>
              <a:t>U</a:t>
            </a:r>
            <a:r>
              <a:rPr lang="en-US" sz="1200" dirty="0">
                <a:effectLst/>
                <a:latin typeface="Calibri" panose="020F0502020204030204" pitchFamily="34" charset="0"/>
                <a:cs typeface="Calibri" panose="020F0502020204030204" pitchFamily="34" charset="0"/>
              </a:rPr>
              <a:t> and then added to the current time step's feedforward </a:t>
            </a:r>
            <a:r>
              <a:rPr lang="en-US" sz="1200" b="1" dirty="0" err="1">
                <a:effectLst/>
                <a:latin typeface="Calibri" panose="020F0502020204030204" pitchFamily="34" charset="0"/>
                <a:cs typeface="Calibri" panose="020F0502020204030204" pitchFamily="34" charset="0"/>
              </a:rPr>
              <a:t>Wx</a:t>
            </a:r>
            <a:r>
              <a:rPr lang="en-US" sz="1600" baseline="-25000" dirty="0" err="1">
                <a:effectLst/>
                <a:latin typeface="Calibri" panose="020F0502020204030204" pitchFamily="34" charset="0"/>
                <a:cs typeface="Calibri" panose="020F0502020204030204" pitchFamily="34" charset="0"/>
              </a:rPr>
              <a:t>t</a:t>
            </a:r>
            <a:endParaRPr lang="en-US" sz="1200" dirty="0">
              <a:latin typeface="Calibri" panose="020F0502020204030204" pitchFamily="34" charset="0"/>
              <a:cs typeface="Calibri" panose="020F0502020204030204" pitchFamily="34" charset="0"/>
            </a:endParaRPr>
          </a:p>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21</a:t>
            </a:fld>
            <a:endParaRPr lang="en-US"/>
          </a:p>
        </p:txBody>
      </p:sp>
    </p:spTree>
    <p:extLst>
      <p:ext uri="{BB962C8B-B14F-4D97-AF65-F5344CB8AC3E}">
        <p14:creationId xmlns:p14="http://schemas.microsoft.com/office/powerpoint/2010/main" val="10384820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of language models lies in the task of predicting words. What word is likely to follow…? … But probably not "refrigerator" or "that".</a:t>
            </a:r>
          </a:p>
        </p:txBody>
      </p:sp>
      <p:sp>
        <p:nvSpPr>
          <p:cNvPr id="4" name="Slide Number Placeholder 3"/>
          <p:cNvSpPr>
            <a:spLocks noGrp="1"/>
          </p:cNvSpPr>
          <p:nvPr>
            <p:ph type="sldNum" sz="quarter" idx="5"/>
          </p:nvPr>
        </p:nvSpPr>
        <p:spPr/>
        <p:txBody>
          <a:bodyPr/>
          <a:lstStyle/>
          <a:p>
            <a:fld id="{3EB9031F-EB71-7642-8F3C-6FDC1408CB92}" type="slidenum">
              <a:rPr lang="en-US" smtClean="0"/>
              <a:pPr/>
              <a:t>26</a:t>
            </a:fld>
            <a:endParaRPr lang="en-US"/>
          </a:p>
        </p:txBody>
      </p:sp>
    </p:spTree>
    <p:extLst>
      <p:ext uri="{BB962C8B-B14F-4D97-AF65-F5344CB8AC3E}">
        <p14:creationId xmlns:p14="http://schemas.microsoft.com/office/powerpoint/2010/main" val="8666113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effectLst/>
                <a:latin typeface="NimbusRomNo9L"/>
              </a:rPr>
              <a:t>RNNs don’t have the limited context problem that n-gram models have, or the fixed context that feedforward language models have, since the hidden state can in principle represent information about all of the preceding words all the way back to the beginning of the sequence. Here's an FFN language model and an RNN language model, showing that the RNN language model uses </a:t>
            </a:r>
            <a:r>
              <a:rPr lang="en-US" sz="1200" i="1" dirty="0">
                <a:effectLst/>
                <a:latin typeface="NimbusRomNo9L"/>
              </a:rPr>
              <a:t>ht</a:t>
            </a:r>
            <a:r>
              <a:rPr lang="en-US" sz="1200" dirty="0">
                <a:effectLst/>
                <a:latin typeface="CMSY10"/>
              </a:rPr>
              <a:t>−</a:t>
            </a:r>
            <a:r>
              <a:rPr lang="en-US" sz="1200" dirty="0">
                <a:effectLst/>
                <a:latin typeface="NimbusRomNo9L"/>
              </a:rPr>
              <a:t>1, the hidden state from the previous time step, as a representation of the past context. </a:t>
            </a:r>
            <a:endParaRPr lang="en-US" dirty="0"/>
          </a:p>
          <a:p>
            <a:endParaRPr lang="en-US" dirty="0"/>
          </a:p>
        </p:txBody>
      </p:sp>
      <p:sp>
        <p:nvSpPr>
          <p:cNvPr id="4" name="Slide Number Placeholder 3"/>
          <p:cNvSpPr>
            <a:spLocks noGrp="1"/>
          </p:cNvSpPr>
          <p:nvPr>
            <p:ph type="sldNum" sz="quarter" idx="5"/>
          </p:nvPr>
        </p:nvSpPr>
        <p:spPr/>
        <p:txBody>
          <a:bodyPr/>
          <a:lstStyle/>
          <a:p>
            <a:fld id="{DF0D4404-C563-6B43-A824-459A163A6375}" type="slidenum">
              <a:rPr lang="en-US" smtClean="0"/>
              <a:pPr/>
              <a:t>29</a:t>
            </a:fld>
            <a:endParaRPr lang="en-US"/>
          </a:p>
        </p:txBody>
      </p:sp>
    </p:spTree>
    <p:extLst>
      <p:ext uri="{BB962C8B-B14F-4D97-AF65-F5344CB8AC3E}">
        <p14:creationId xmlns:p14="http://schemas.microsoft.com/office/powerpoint/2010/main" val="1241017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23361-214D-C589-BB67-8E658B2402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E65B0F7-2246-AF5F-F1CC-47C98F52EE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1F17C97-F6FA-F89B-C4E0-81CA706F618C}"/>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9778D10-3BA3-A099-49CF-9EA2662DE4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338B7C-BF35-6C55-1052-93A36ECBC2A6}"/>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219954900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8F6C6-401D-5425-C0A4-8FE4DA1115AE}"/>
              </a:ext>
            </a:extLst>
          </p:cNvPr>
          <p:cNvSpPr>
            <a:spLocks noGrp="1"/>
          </p:cNvSpPr>
          <p:nvPr>
            <p:ph type="title"/>
          </p:nvPr>
        </p:nvSpPr>
        <p:spPr>
          <a:xfrm>
            <a:off x="838200" y="365125"/>
            <a:ext cx="10515600" cy="1090295"/>
          </a:xfrm>
        </p:spPr>
        <p:txBody>
          <a:bodyPr/>
          <a:lstStyle>
            <a:lvl1pPr>
              <a:defRPr>
                <a:latin typeface="Quattrocento" panose="02020502030000000404" pitchFamily="18" charset="0"/>
              </a:defRPr>
            </a:lvl1pPr>
          </a:lstStyle>
          <a:p>
            <a:r>
              <a:rPr lang="en-US"/>
              <a:t>Click to edit Master title style</a:t>
            </a:r>
          </a:p>
        </p:txBody>
      </p:sp>
      <p:sp>
        <p:nvSpPr>
          <p:cNvPr id="3" name="Content Placeholder 2">
            <a:extLst>
              <a:ext uri="{FF2B5EF4-FFF2-40B4-BE49-F238E27FC236}">
                <a16:creationId xmlns:a16="http://schemas.microsoft.com/office/drawing/2014/main" id="{B79D3273-5B2F-F348-2D10-D63AB85D6D9F}"/>
              </a:ext>
            </a:extLst>
          </p:cNvPr>
          <p:cNvSpPr>
            <a:spLocks noGrp="1"/>
          </p:cNvSpPr>
          <p:nvPr>
            <p:ph idx="1"/>
          </p:nvPr>
        </p:nvSpPr>
        <p:spPr>
          <a:xfrm>
            <a:off x="838200" y="1539240"/>
            <a:ext cx="10515600" cy="463772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59017AC-443B-9E07-2392-539FBB7602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9D3D793-CFA8-FEDB-D11F-5F72B7FD7A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D8105B-B082-DEB1-15F6-3F025A556429}"/>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2161916131"/>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DCB3F-3F9C-5D87-8DD0-E995E61F7F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D2EA28A-090E-AE89-C146-99E1DEDA8F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BD0CAB-8C83-10DE-C6D3-2604F3E0BBF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CD95B0F-09FE-404F-752B-3EE560F7D3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2687EA-197A-9433-DFCA-D96DA62F05CB}"/>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246471001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D02D6-69B1-942B-4B8C-67EFF5D645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20DD98-0DE0-18F6-7E4C-F755EB3BFA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F616E7-0806-BAC4-7810-34F2595464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A1747F-CBDF-4B64-A08D-D6C3BE6BB67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A58D35A1-B968-3972-56E5-D67F8D5E90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0D6EDA-FB05-1961-D261-EAA387FE400E}"/>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10257638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2B86D-5C31-DD23-C282-F82AB1BBD4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530224-3576-16FF-266D-3E5C35F51F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415D63-DC12-3CEB-FA76-74F858E8198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5970A42-54C2-749E-25C4-CE66CB8DC1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0D41A4-9ED6-DAB5-754B-3198AD1811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D52E5-6BC8-B35A-18B5-246634B732AC}"/>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A3E598BD-D6D2-DD3E-1747-6F2280A6B2D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C2C19E-91C2-5904-DAD3-CCCA76FC8F40}"/>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281362790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AC76A-F0F6-25F4-7BE3-6D3261766E4F}"/>
              </a:ext>
            </a:extLst>
          </p:cNvPr>
          <p:cNvSpPr>
            <a:spLocks noGrp="1"/>
          </p:cNvSpPr>
          <p:nvPr>
            <p:ph type="title"/>
          </p:nvPr>
        </p:nvSpPr>
        <p:spPr>
          <a:xfrm>
            <a:off x="693420" y="83185"/>
            <a:ext cx="10515600" cy="930275"/>
          </a:xfrm>
        </p:spPr>
        <p:txBody>
          <a:bodyPr/>
          <a:lstStyle>
            <a:lvl1pPr>
              <a:defRPr>
                <a:latin typeface="Quattrocento" panose="02020502030000000404" pitchFamily="18" charset="0"/>
              </a:defRPr>
            </a:lvl1pPr>
          </a:lstStyle>
          <a:p>
            <a:r>
              <a:rPr lang="en-US"/>
              <a:t>Click to edit Master title style</a:t>
            </a:r>
          </a:p>
        </p:txBody>
      </p:sp>
      <p:sp>
        <p:nvSpPr>
          <p:cNvPr id="3" name="Date Placeholder 2">
            <a:extLst>
              <a:ext uri="{FF2B5EF4-FFF2-40B4-BE49-F238E27FC236}">
                <a16:creationId xmlns:a16="http://schemas.microsoft.com/office/drawing/2014/main" id="{CEE4FE98-8169-8BDC-EC32-6F710B79E15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DFD1591A-0EB3-08C2-C0DE-25BC26960D8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D3C1107-8C69-EA41-F68A-EC63673D768C}"/>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3963702864"/>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94DDF2-DC4D-306E-FC80-2D6A949A805D}"/>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2DC5CCC7-F623-557C-DC89-9358813A31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8777E2-B664-49AA-95D4-B71F55BC5BB8}"/>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1229361573"/>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29EB7-E045-76E3-BC5C-EB336FCFF8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5132F1C-9821-EDB9-5009-139C589E8E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1FDFBFD-83FD-FAFC-B801-96B495A4E6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CBD51F-0410-6C16-3EA6-6D3F1AFD698E}"/>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5BBAB25D-9EB8-A6CF-4866-61594ABC4D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04E9A7-37F4-6E0C-0815-40E3124B1A83}"/>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648141590"/>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14952-7749-E6DB-EF47-FDBE96C364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E749A48-FDC1-C4F3-46AC-1FA20FB4D6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72DFE33-1DF1-5686-7F73-35219511B8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6DB978-907C-0C2A-9C78-982A8260B9D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6FAA69E1-6044-8D1B-53D1-D643E256F7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FDD55A-8664-6338-8F75-12F02BD22683}"/>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84213355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FE231-7FAB-82F4-8201-B079B58C03D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F3EC12-794D-AD7E-6AEA-9E37C90078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ACF860-D40A-6EC3-02A8-066BD59B383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C508BBA6-E492-6923-0436-215CC79F59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123ED5-F4FC-B723-1BB3-8642C4903D7E}"/>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145435824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09036E-50B2-3321-E490-0902DA606F2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4BB259-B0D7-59EF-3B28-A55324BB1D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E9A0B7-F973-6C40-D8FE-E28C128675B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AC71DF1-0D03-32CD-F449-B6A696F02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039AF6-8E8A-C214-605E-EF7B59BD4855}"/>
              </a:ext>
            </a:extLst>
          </p:cNvPr>
          <p:cNvSpPr>
            <a:spLocks noGrp="1"/>
          </p:cNvSpPr>
          <p:nvPr>
            <p:ph type="sldNum" sz="quarter" idx="12"/>
          </p:nvPr>
        </p:nvSpPr>
        <p:spPr/>
        <p:txBody>
          <a:bodyPr/>
          <a:lstStyle/>
          <a:p>
            <a:fld id="{89D00882-420D-446F-B065-6675A463A27F}" type="slidenum">
              <a:rPr lang="en-US" smtClean="0"/>
              <a:t>‹#›</a:t>
            </a:fld>
            <a:endParaRPr lang="en-US"/>
          </a:p>
        </p:txBody>
      </p:sp>
    </p:spTree>
    <p:extLst>
      <p:ext uri="{BB962C8B-B14F-4D97-AF65-F5344CB8AC3E}">
        <p14:creationId xmlns:p14="http://schemas.microsoft.com/office/powerpoint/2010/main" val="346473529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Slide">
    <p:bg>
      <p:bgRef idx="1001">
        <a:schemeClr val="bg2"/>
      </p:bgRef>
    </p:bg>
    <p:spTree>
      <p:nvGrpSpPr>
        <p:cNvPr id="1" name=""/>
        <p:cNvGrpSpPr/>
        <p:nvPr/>
      </p:nvGrpSpPr>
      <p:grpSpPr>
        <a:xfrm>
          <a:off x="0" y="0"/>
          <a:ext cx="0" cy="0"/>
          <a:chOff x="0" y="0"/>
          <a:chExt cx="0" cy="0"/>
        </a:xfrm>
      </p:grpSpPr>
      <p:pic>
        <p:nvPicPr>
          <p:cNvPr id="1030" name="Picture 6" descr="a data science course logo with a computer on a white background. Image 1 of 4">
            <a:extLst>
              <a:ext uri="{FF2B5EF4-FFF2-40B4-BE49-F238E27FC236}">
                <a16:creationId xmlns:a16="http://schemas.microsoft.com/office/drawing/2014/main" id="{ED991132-C7D0-F6BF-E60C-F201A774E2E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66912"/>
            <a:ext cx="6791088" cy="679108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791088" y="1916581"/>
            <a:ext cx="5315567" cy="2048257"/>
          </a:xfrm>
          <a:noFill/>
        </p:spPr>
        <p:txBody>
          <a:bodyPr/>
          <a:lstStyle>
            <a:lvl1pPr>
              <a:defRPr sz="3200" baseline="0">
                <a:solidFill>
                  <a:schemeClr val="tx1"/>
                </a:solidFill>
              </a:defRPr>
            </a:lvl1pPr>
          </a:lstStyle>
          <a:p>
            <a:r>
              <a:rPr lang="en-US" dirty="0"/>
              <a:t>Click to edit Master title style</a:t>
            </a:r>
          </a:p>
        </p:txBody>
      </p:sp>
      <p:sp>
        <p:nvSpPr>
          <p:cNvPr id="3" name="Rectangle 2">
            <a:extLst>
              <a:ext uri="{FF2B5EF4-FFF2-40B4-BE49-F238E27FC236}">
                <a16:creationId xmlns:a16="http://schemas.microsoft.com/office/drawing/2014/main" id="{589C87D7-4FFF-3090-7978-ACE9D0723D25}"/>
              </a:ext>
            </a:extLst>
          </p:cNvPr>
          <p:cNvSpPr/>
          <p:nvPr userDrawn="1"/>
        </p:nvSpPr>
        <p:spPr>
          <a:xfrm>
            <a:off x="7728288" y="4828847"/>
            <a:ext cx="3708066" cy="830997"/>
          </a:xfrm>
          <a:prstGeom prst="rect">
            <a:avLst/>
          </a:prstGeom>
        </p:spPr>
        <p:txBody>
          <a:bodyPr wrap="none">
            <a:spAutoFit/>
          </a:bodyPr>
          <a:lstStyle/>
          <a:p>
            <a:pPr algn="ctr"/>
            <a:r>
              <a:rPr lang="en-US" sz="2400" b="0" dirty="0">
                <a:latin typeface="+mj-lt"/>
              </a:rPr>
              <a:t>Introduction to Data Science</a:t>
            </a:r>
            <a:br>
              <a:rPr lang="en-US" sz="2400" b="0" dirty="0">
                <a:latin typeface="+mj-lt"/>
              </a:rPr>
            </a:br>
            <a:r>
              <a:rPr lang="en-US" sz="2400" b="0" dirty="0">
                <a:latin typeface="+mj-lt"/>
              </a:rPr>
              <a:t>Spring 1405</a:t>
            </a:r>
          </a:p>
        </p:txBody>
      </p:sp>
      <p:pic>
        <p:nvPicPr>
          <p:cNvPr id="4" name="Picture 2" descr="Image result for دانشگاه تهران">
            <a:extLst>
              <a:ext uri="{FF2B5EF4-FFF2-40B4-BE49-F238E27FC236}">
                <a16:creationId xmlns:a16="http://schemas.microsoft.com/office/drawing/2014/main" id="{7B480D54-482B-1D2F-B9B7-FB05A8D07025}"/>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244786" y="135728"/>
            <a:ext cx="1188720" cy="118872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دانشکده فنی لوگو">
            <a:extLst>
              <a:ext uri="{FF2B5EF4-FFF2-40B4-BE49-F238E27FC236}">
                <a16:creationId xmlns:a16="http://schemas.microsoft.com/office/drawing/2014/main" id="{3AE0D506-25C6-C41D-6D35-A3D7B6CC1621}"/>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406060" y="135728"/>
            <a:ext cx="1587962" cy="118872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6BA34D2-DB34-C646-62AA-94CE18017516}"/>
              </a:ext>
            </a:extLst>
          </p:cNvPr>
          <p:cNvSpPr/>
          <p:nvPr userDrawn="1"/>
        </p:nvSpPr>
        <p:spPr>
          <a:xfrm>
            <a:off x="8378637" y="5943600"/>
            <a:ext cx="2659766" cy="369332"/>
          </a:xfrm>
          <a:prstGeom prst="rect">
            <a:avLst/>
          </a:prstGeom>
        </p:spPr>
        <p:txBody>
          <a:bodyPr wrap="none">
            <a:spAutoFit/>
          </a:bodyPr>
          <a:lstStyle/>
          <a:p>
            <a:pPr algn="ctr"/>
            <a:r>
              <a:rPr lang="en-US" sz="1800" b="0" dirty="0">
                <a:latin typeface="+mj-lt"/>
              </a:rPr>
              <a:t>Yadollah Yaghoobzadeh</a:t>
            </a:r>
          </a:p>
        </p:txBody>
      </p:sp>
    </p:spTree>
    <p:extLst>
      <p:ext uri="{BB962C8B-B14F-4D97-AF65-F5344CB8AC3E}">
        <p14:creationId xmlns:p14="http://schemas.microsoft.com/office/powerpoint/2010/main" val="36700295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Roadmap 1">
  <p:cSld name="Roadmap 1">
    <p:spTree>
      <p:nvGrpSpPr>
        <p:cNvPr id="1" name="Shape 211"/>
        <p:cNvGrpSpPr/>
        <p:nvPr/>
      </p:nvGrpSpPr>
      <p:grpSpPr>
        <a:xfrm>
          <a:off x="0" y="0"/>
          <a:ext cx="0" cy="0"/>
          <a:chOff x="0" y="0"/>
          <a:chExt cx="0" cy="0"/>
        </a:xfrm>
      </p:grpSpPr>
      <p:sp>
        <p:nvSpPr>
          <p:cNvPr id="212" name="Google Shape;212;p36"/>
          <p:cNvSpPr/>
          <p:nvPr/>
        </p:nvSpPr>
        <p:spPr>
          <a:xfrm>
            <a:off x="0" y="-167"/>
            <a:ext cx="6096000" cy="6858000"/>
          </a:xfrm>
          <a:prstGeom prst="rect">
            <a:avLst/>
          </a:prstGeom>
          <a:solidFill>
            <a:srgbClr val="CFE2F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3" name="Google Shape;213;p3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
        <p:nvSpPr>
          <p:cNvPr id="214" name="Google Shape;214;p36"/>
          <p:cNvSpPr txBox="1">
            <a:spLocks noGrp="1"/>
          </p:cNvSpPr>
          <p:nvPr>
            <p:ph type="body" idx="1"/>
          </p:nvPr>
        </p:nvSpPr>
        <p:spPr>
          <a:xfrm>
            <a:off x="6416500" y="536264"/>
            <a:ext cx="5333200" cy="5681200"/>
          </a:xfrm>
          <a:prstGeom prst="rect">
            <a:avLst/>
          </a:prstGeom>
        </p:spPr>
        <p:txBody>
          <a:bodyPr spcFirstLastPara="1" wrap="square" lIns="91425" tIns="91425" rIns="91425" bIns="91425" anchor="ctr" anchorCtr="0">
            <a:noAutofit/>
          </a:bodyPr>
          <a:lstStyle>
            <a:lvl1pPr marL="609585" lvl="0" indent="-440256" rtl="0">
              <a:spcBef>
                <a:spcPts val="800"/>
              </a:spcBef>
              <a:spcAft>
                <a:spcPts val="0"/>
              </a:spcAft>
              <a:buSzPts val="1600"/>
              <a:buFont typeface="Roboto Light"/>
              <a:buChar char="•"/>
              <a:defRPr>
                <a:latin typeface="Roboto Light"/>
                <a:ea typeface="Roboto Light"/>
                <a:cs typeface="Roboto Light"/>
                <a:sym typeface="Roboto Light"/>
              </a:defRPr>
            </a:lvl1pPr>
            <a:lvl2pPr marL="1219170" lvl="1" indent="-440256" rtl="0">
              <a:spcBef>
                <a:spcPts val="800"/>
              </a:spcBef>
              <a:spcAft>
                <a:spcPts val="0"/>
              </a:spcAft>
              <a:buSzPts val="1600"/>
              <a:buFont typeface="Roboto Light"/>
              <a:buChar char="•"/>
              <a:defRPr>
                <a:latin typeface="Roboto Light"/>
                <a:ea typeface="Roboto Light"/>
                <a:cs typeface="Roboto Light"/>
                <a:sym typeface="Roboto Light"/>
              </a:defRPr>
            </a:lvl2pPr>
            <a:lvl3pPr marL="1828754" lvl="2" indent="-440256" rtl="0">
              <a:spcBef>
                <a:spcPts val="800"/>
              </a:spcBef>
              <a:spcAft>
                <a:spcPts val="0"/>
              </a:spcAft>
              <a:buSzPts val="1600"/>
              <a:buFont typeface="Roboto Light"/>
              <a:buChar char="•"/>
              <a:defRPr>
                <a:latin typeface="Roboto Light"/>
                <a:ea typeface="Roboto Light"/>
                <a:cs typeface="Roboto Light"/>
                <a:sym typeface="Roboto Light"/>
              </a:defRPr>
            </a:lvl3pPr>
            <a:lvl4pPr marL="2438339" lvl="3" indent="-440256" rtl="0">
              <a:spcBef>
                <a:spcPts val="800"/>
              </a:spcBef>
              <a:spcAft>
                <a:spcPts val="0"/>
              </a:spcAft>
              <a:buSzPts val="1600"/>
              <a:buFont typeface="Roboto Light"/>
              <a:buChar char="•"/>
              <a:defRPr>
                <a:latin typeface="Roboto Light"/>
                <a:ea typeface="Roboto Light"/>
                <a:cs typeface="Roboto Light"/>
                <a:sym typeface="Roboto Light"/>
              </a:defRPr>
            </a:lvl4pPr>
            <a:lvl5pPr marL="3047924" lvl="4" indent="-440256" rtl="0">
              <a:spcBef>
                <a:spcPts val="800"/>
              </a:spcBef>
              <a:spcAft>
                <a:spcPts val="0"/>
              </a:spcAft>
              <a:buSzPts val="1600"/>
              <a:buFont typeface="Roboto Light"/>
              <a:buChar char="•"/>
              <a:defRPr>
                <a:latin typeface="Roboto Light"/>
                <a:ea typeface="Roboto Light"/>
                <a:cs typeface="Roboto Light"/>
                <a:sym typeface="Roboto Light"/>
              </a:defRPr>
            </a:lvl5pPr>
            <a:lvl6pPr marL="3657509" lvl="5" indent="-440256" rtl="0">
              <a:spcBef>
                <a:spcPts val="800"/>
              </a:spcBef>
              <a:spcAft>
                <a:spcPts val="0"/>
              </a:spcAft>
              <a:buSzPts val="1600"/>
              <a:buFont typeface="Roboto Light"/>
              <a:buChar char="•"/>
              <a:defRPr>
                <a:latin typeface="Roboto Light"/>
                <a:ea typeface="Roboto Light"/>
                <a:cs typeface="Roboto Light"/>
                <a:sym typeface="Roboto Light"/>
              </a:defRPr>
            </a:lvl6pPr>
            <a:lvl7pPr marL="4267093" lvl="6" indent="-440256" rtl="0">
              <a:spcBef>
                <a:spcPts val="800"/>
              </a:spcBef>
              <a:spcAft>
                <a:spcPts val="0"/>
              </a:spcAft>
              <a:buSzPts val="1600"/>
              <a:buFont typeface="Roboto Light"/>
              <a:buChar char="•"/>
              <a:defRPr>
                <a:latin typeface="Roboto Light"/>
                <a:ea typeface="Roboto Light"/>
                <a:cs typeface="Roboto Light"/>
                <a:sym typeface="Roboto Light"/>
              </a:defRPr>
            </a:lvl7pPr>
            <a:lvl8pPr marL="4876678" lvl="7" indent="-440256" rtl="0">
              <a:spcBef>
                <a:spcPts val="800"/>
              </a:spcBef>
              <a:spcAft>
                <a:spcPts val="0"/>
              </a:spcAft>
              <a:buSzPts val="1600"/>
              <a:buFont typeface="Roboto Light"/>
              <a:buChar char="•"/>
              <a:defRPr>
                <a:latin typeface="Roboto Light"/>
                <a:ea typeface="Roboto Light"/>
                <a:cs typeface="Roboto Light"/>
                <a:sym typeface="Roboto Light"/>
              </a:defRPr>
            </a:lvl8pPr>
            <a:lvl9pPr marL="5486263" lvl="8" indent="-440256" rtl="0">
              <a:spcBef>
                <a:spcPts val="800"/>
              </a:spcBef>
              <a:spcAft>
                <a:spcPts val="0"/>
              </a:spcAft>
              <a:buSzPts val="1600"/>
              <a:buFont typeface="Roboto Light"/>
              <a:buChar char="•"/>
              <a:defRPr>
                <a:latin typeface="Roboto Light"/>
                <a:ea typeface="Roboto Light"/>
                <a:cs typeface="Roboto Light"/>
                <a:sym typeface="Roboto Light"/>
              </a:defRPr>
            </a:lvl9pPr>
          </a:lstStyle>
          <a:p>
            <a:endParaRPr/>
          </a:p>
        </p:txBody>
      </p:sp>
      <p:pic>
        <p:nvPicPr>
          <p:cNvPr id="215" name="Google Shape;215;p36"/>
          <p:cNvPicPr preferRelativeResize="0"/>
          <p:nvPr/>
        </p:nvPicPr>
        <p:blipFill>
          <a:blip r:embed="rId2">
            <a:alphaModFix/>
          </a:blip>
          <a:stretch>
            <a:fillRect/>
          </a:stretch>
        </p:blipFill>
        <p:spPr>
          <a:xfrm>
            <a:off x="0" y="6644637"/>
            <a:ext cx="609600" cy="213363"/>
          </a:xfrm>
          <a:prstGeom prst="rect">
            <a:avLst/>
          </a:prstGeom>
          <a:noFill/>
          <a:ln>
            <a:noFill/>
          </a:ln>
        </p:spPr>
      </p:pic>
      <p:sp>
        <p:nvSpPr>
          <p:cNvPr id="216" name="Google Shape;216;p36"/>
          <p:cNvSpPr txBox="1">
            <a:spLocks noGrp="1"/>
          </p:cNvSpPr>
          <p:nvPr>
            <p:ph type="title"/>
          </p:nvPr>
        </p:nvSpPr>
        <p:spPr>
          <a:xfrm>
            <a:off x="237233" y="2671067"/>
            <a:ext cx="5384000" cy="2717200"/>
          </a:xfrm>
          <a:prstGeom prst="rect">
            <a:avLst/>
          </a:prstGeom>
        </p:spPr>
        <p:txBody>
          <a:bodyPr spcFirstLastPara="1" wrap="square" lIns="91425" tIns="91425" rIns="91425" bIns="91425" anchor="b" anchorCtr="0">
            <a:noAutofit/>
          </a:bodyPr>
          <a:lstStyle>
            <a:lvl1pPr lvl="0" rtl="0">
              <a:spcBef>
                <a:spcPts val="0"/>
              </a:spcBef>
              <a:spcAft>
                <a:spcPts val="0"/>
              </a:spcAft>
              <a:buSzPts val="3600"/>
              <a:buNone/>
              <a:defRPr sz="48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cxnSp>
        <p:nvCxnSpPr>
          <p:cNvPr id="217" name="Google Shape;217;p36"/>
          <p:cNvCxnSpPr/>
          <p:nvPr/>
        </p:nvCxnSpPr>
        <p:spPr>
          <a:xfrm>
            <a:off x="355967" y="5398900"/>
            <a:ext cx="5384000" cy="0"/>
          </a:xfrm>
          <a:prstGeom prst="straightConnector1">
            <a:avLst/>
          </a:prstGeom>
          <a:noFill/>
          <a:ln w="19050" cap="flat" cmpd="sng">
            <a:solidFill>
              <a:srgbClr val="BF9000"/>
            </a:solidFill>
            <a:prstDash val="solid"/>
            <a:round/>
            <a:headEnd type="none" w="med" len="med"/>
            <a:tailEnd type="none" w="med" len="med"/>
          </a:ln>
        </p:spPr>
      </p:cxnSp>
      <p:sp>
        <p:nvSpPr>
          <p:cNvPr id="218" name="Google Shape;218;p36"/>
          <p:cNvSpPr txBox="1"/>
          <p:nvPr/>
        </p:nvSpPr>
        <p:spPr>
          <a:xfrm>
            <a:off x="237233" y="5424000"/>
            <a:ext cx="5544000" cy="524800"/>
          </a:xfrm>
          <a:prstGeom prst="rect">
            <a:avLst/>
          </a:prstGeom>
          <a:noFill/>
          <a:ln>
            <a:noFill/>
          </a:ln>
        </p:spPr>
        <p:txBody>
          <a:bodyPr spcFirstLastPara="1" wrap="square" lIns="121900" tIns="121900" rIns="121900" bIns="121900" anchor="ctr" anchorCtr="0">
            <a:noAutofit/>
          </a:bodyPr>
          <a:lstStyle/>
          <a:p>
            <a:pPr marL="0" lvl="0" indent="0" algn="l" rtl="0">
              <a:spcBef>
                <a:spcPts val="800"/>
              </a:spcBef>
              <a:spcAft>
                <a:spcPts val="0"/>
              </a:spcAft>
              <a:buNone/>
            </a:pPr>
            <a:r>
              <a:rPr lang="en" sz="2133">
                <a:solidFill>
                  <a:srgbClr val="000000"/>
                </a:solidFill>
                <a:latin typeface="Roboto Light"/>
                <a:ea typeface="Roboto Light"/>
                <a:cs typeface="Roboto Light"/>
                <a:sym typeface="Roboto Light"/>
              </a:rPr>
              <a:t>Lecture 1</a:t>
            </a:r>
            <a:r>
              <a:rPr lang="en" sz="2133">
                <a:latin typeface="Roboto Light"/>
                <a:ea typeface="Roboto Light"/>
                <a:cs typeface="Roboto Light"/>
                <a:sym typeface="Roboto Light"/>
              </a:rPr>
              <a:t>6</a:t>
            </a:r>
            <a:r>
              <a:rPr lang="en" sz="2133">
                <a:solidFill>
                  <a:srgbClr val="000000"/>
                </a:solidFill>
                <a:latin typeface="Roboto Light"/>
                <a:ea typeface="Roboto Light"/>
                <a:cs typeface="Roboto Light"/>
                <a:sym typeface="Roboto Light"/>
              </a:rPr>
              <a:t>, Data 100 </a:t>
            </a:r>
            <a:r>
              <a:rPr lang="en" sz="2133">
                <a:latin typeface="Roboto Light"/>
                <a:ea typeface="Roboto Light"/>
                <a:cs typeface="Roboto Light"/>
                <a:sym typeface="Roboto Light"/>
              </a:rPr>
              <a:t>Fall 2023</a:t>
            </a:r>
            <a:endParaRPr sz="2133">
              <a:solidFill>
                <a:srgbClr val="000000"/>
              </a:solidFill>
              <a:latin typeface="Roboto Light"/>
              <a:ea typeface="Roboto Light"/>
              <a:cs typeface="Roboto Light"/>
              <a:sym typeface="Roboto Light"/>
            </a:endParaRPr>
          </a:p>
        </p:txBody>
      </p:sp>
    </p:spTree>
    <p:extLst>
      <p:ext uri="{BB962C8B-B14F-4D97-AF65-F5344CB8AC3E}">
        <p14:creationId xmlns:p14="http://schemas.microsoft.com/office/powerpoint/2010/main" val="3773349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btitle">
  <p:cSld name="Subtitle">
    <p:spTree>
      <p:nvGrpSpPr>
        <p:cNvPr id="1" name="Shape 15"/>
        <p:cNvGrpSpPr/>
        <p:nvPr/>
      </p:nvGrpSpPr>
      <p:grpSpPr>
        <a:xfrm>
          <a:off x="0" y="0"/>
          <a:ext cx="0" cy="0"/>
          <a:chOff x="0" y="0"/>
          <a:chExt cx="0" cy="0"/>
        </a:xfrm>
      </p:grpSpPr>
      <p:sp>
        <p:nvSpPr>
          <p:cNvPr id="16" name="Google Shape;16;p3"/>
          <p:cNvSpPr/>
          <p:nvPr/>
        </p:nvSpPr>
        <p:spPr>
          <a:xfrm>
            <a:off x="0" y="0"/>
            <a:ext cx="12192000" cy="5324000"/>
          </a:xfrm>
          <a:prstGeom prst="rect">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 name="Google Shape;17;p3"/>
          <p:cNvSpPr txBox="1">
            <a:spLocks noGrp="1"/>
          </p:cNvSpPr>
          <p:nvPr>
            <p:ph type="ctrTitle"/>
          </p:nvPr>
        </p:nvSpPr>
        <p:spPr>
          <a:xfrm>
            <a:off x="914400" y="2111123"/>
            <a:ext cx="10363200" cy="1546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4800"/>
              <a:buNone/>
              <a:defRPr sz="6400">
                <a:solidFill>
                  <a:schemeClr val="lt1"/>
                </a:solidFill>
              </a:defRPr>
            </a:lvl2pPr>
            <a:lvl3pPr lvl="2" algn="ctr" rtl="0">
              <a:spcBef>
                <a:spcPts val="0"/>
              </a:spcBef>
              <a:spcAft>
                <a:spcPts val="0"/>
              </a:spcAft>
              <a:buClr>
                <a:schemeClr val="lt1"/>
              </a:buClr>
              <a:buSzPts val="4800"/>
              <a:buNone/>
              <a:defRPr sz="6400">
                <a:solidFill>
                  <a:schemeClr val="lt1"/>
                </a:solidFill>
              </a:defRPr>
            </a:lvl3pPr>
            <a:lvl4pPr lvl="3" algn="ctr" rtl="0">
              <a:spcBef>
                <a:spcPts val="0"/>
              </a:spcBef>
              <a:spcAft>
                <a:spcPts val="0"/>
              </a:spcAft>
              <a:buClr>
                <a:schemeClr val="lt1"/>
              </a:buClr>
              <a:buSzPts val="4800"/>
              <a:buNone/>
              <a:defRPr sz="6400">
                <a:solidFill>
                  <a:schemeClr val="lt1"/>
                </a:solidFill>
              </a:defRPr>
            </a:lvl4pPr>
            <a:lvl5pPr lvl="4" algn="ctr" rtl="0">
              <a:spcBef>
                <a:spcPts val="0"/>
              </a:spcBef>
              <a:spcAft>
                <a:spcPts val="0"/>
              </a:spcAft>
              <a:buClr>
                <a:schemeClr val="lt1"/>
              </a:buClr>
              <a:buSzPts val="4800"/>
              <a:buNone/>
              <a:defRPr sz="6400">
                <a:solidFill>
                  <a:schemeClr val="lt1"/>
                </a:solidFill>
              </a:defRPr>
            </a:lvl5pPr>
            <a:lvl6pPr lvl="5" algn="ctr" rtl="0">
              <a:spcBef>
                <a:spcPts val="0"/>
              </a:spcBef>
              <a:spcAft>
                <a:spcPts val="0"/>
              </a:spcAft>
              <a:buClr>
                <a:schemeClr val="lt1"/>
              </a:buClr>
              <a:buSzPts val="4800"/>
              <a:buNone/>
              <a:defRPr sz="6400">
                <a:solidFill>
                  <a:schemeClr val="lt1"/>
                </a:solidFill>
              </a:defRPr>
            </a:lvl6pPr>
            <a:lvl7pPr lvl="6" algn="ctr" rtl="0">
              <a:spcBef>
                <a:spcPts val="0"/>
              </a:spcBef>
              <a:spcAft>
                <a:spcPts val="0"/>
              </a:spcAft>
              <a:buClr>
                <a:schemeClr val="lt1"/>
              </a:buClr>
              <a:buSzPts val="4800"/>
              <a:buNone/>
              <a:defRPr sz="6400">
                <a:solidFill>
                  <a:schemeClr val="lt1"/>
                </a:solidFill>
              </a:defRPr>
            </a:lvl7pPr>
            <a:lvl8pPr lvl="7" algn="ctr" rtl="0">
              <a:spcBef>
                <a:spcPts val="0"/>
              </a:spcBef>
              <a:spcAft>
                <a:spcPts val="0"/>
              </a:spcAft>
              <a:buClr>
                <a:schemeClr val="lt1"/>
              </a:buClr>
              <a:buSzPts val="4800"/>
              <a:buNone/>
              <a:defRPr sz="6400">
                <a:solidFill>
                  <a:schemeClr val="lt1"/>
                </a:solidFill>
              </a:defRPr>
            </a:lvl8pPr>
            <a:lvl9pPr lvl="8" algn="ctr" rtl="0">
              <a:spcBef>
                <a:spcPts val="0"/>
              </a:spcBef>
              <a:spcAft>
                <a:spcPts val="0"/>
              </a:spcAft>
              <a:buClr>
                <a:schemeClr val="lt1"/>
              </a:buClr>
              <a:buSzPts val="4800"/>
              <a:buNone/>
              <a:defRPr sz="6400">
                <a:solidFill>
                  <a:schemeClr val="lt1"/>
                </a:solidFill>
              </a:defRPr>
            </a:lvl9pPr>
          </a:lstStyle>
          <a:p>
            <a:endParaRPr/>
          </a:p>
        </p:txBody>
      </p:sp>
      <p:sp>
        <p:nvSpPr>
          <p:cNvPr id="18" name="Google Shape;18;p3"/>
          <p:cNvSpPr txBox="1">
            <a:spLocks noGrp="1"/>
          </p:cNvSpPr>
          <p:nvPr>
            <p:ph type="subTitle" idx="1"/>
          </p:nvPr>
        </p:nvSpPr>
        <p:spPr>
          <a:xfrm>
            <a:off x="914400" y="3786737"/>
            <a:ext cx="10363200" cy="10464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2400"/>
              <a:buNone/>
              <a:defRPr sz="3200" b="1">
                <a:solidFill>
                  <a:schemeClr val="lt1"/>
                </a:solidFill>
              </a:defRPr>
            </a:lvl1pPr>
            <a:lvl2pPr lvl="1" algn="ctr" rtl="0">
              <a:spcBef>
                <a:spcPts val="0"/>
              </a:spcBef>
              <a:spcAft>
                <a:spcPts val="0"/>
              </a:spcAft>
              <a:buClr>
                <a:schemeClr val="lt1"/>
              </a:buClr>
              <a:buSzPts val="2400"/>
              <a:buNone/>
              <a:defRPr b="1">
                <a:solidFill>
                  <a:schemeClr val="lt1"/>
                </a:solidFill>
              </a:defRPr>
            </a:lvl2pPr>
            <a:lvl3pPr lvl="2" algn="ctr" rtl="0">
              <a:spcBef>
                <a:spcPts val="0"/>
              </a:spcBef>
              <a:spcAft>
                <a:spcPts val="0"/>
              </a:spcAft>
              <a:buClr>
                <a:schemeClr val="lt1"/>
              </a:buClr>
              <a:buSzPts val="2400"/>
              <a:buNone/>
              <a:defRPr b="1">
                <a:solidFill>
                  <a:schemeClr val="lt1"/>
                </a:solidFill>
              </a:defRPr>
            </a:lvl3pPr>
            <a:lvl4pPr lvl="3" algn="ctr" rtl="0">
              <a:spcBef>
                <a:spcPts val="0"/>
              </a:spcBef>
              <a:spcAft>
                <a:spcPts val="0"/>
              </a:spcAft>
              <a:buClr>
                <a:schemeClr val="lt1"/>
              </a:buClr>
              <a:buSzPts val="2400"/>
              <a:buNone/>
              <a:defRPr sz="3200" b="1">
                <a:solidFill>
                  <a:schemeClr val="lt1"/>
                </a:solidFill>
              </a:defRPr>
            </a:lvl4pPr>
            <a:lvl5pPr lvl="4" algn="ctr" rtl="0">
              <a:spcBef>
                <a:spcPts val="0"/>
              </a:spcBef>
              <a:spcAft>
                <a:spcPts val="0"/>
              </a:spcAft>
              <a:buClr>
                <a:schemeClr val="lt1"/>
              </a:buClr>
              <a:buSzPts val="2400"/>
              <a:buNone/>
              <a:defRPr sz="3200" b="1">
                <a:solidFill>
                  <a:schemeClr val="lt1"/>
                </a:solidFill>
              </a:defRPr>
            </a:lvl5pPr>
            <a:lvl6pPr lvl="5" algn="ctr" rtl="0">
              <a:spcBef>
                <a:spcPts val="0"/>
              </a:spcBef>
              <a:spcAft>
                <a:spcPts val="0"/>
              </a:spcAft>
              <a:buClr>
                <a:schemeClr val="lt1"/>
              </a:buClr>
              <a:buSzPts val="2400"/>
              <a:buNone/>
              <a:defRPr sz="3200" b="1">
                <a:solidFill>
                  <a:schemeClr val="lt1"/>
                </a:solidFill>
              </a:defRPr>
            </a:lvl6pPr>
            <a:lvl7pPr lvl="6" algn="ctr" rtl="0">
              <a:spcBef>
                <a:spcPts val="0"/>
              </a:spcBef>
              <a:spcAft>
                <a:spcPts val="0"/>
              </a:spcAft>
              <a:buClr>
                <a:schemeClr val="lt1"/>
              </a:buClr>
              <a:buSzPts val="2400"/>
              <a:buNone/>
              <a:defRPr sz="3200" b="1">
                <a:solidFill>
                  <a:schemeClr val="lt1"/>
                </a:solidFill>
              </a:defRPr>
            </a:lvl7pPr>
            <a:lvl8pPr lvl="7" algn="ctr" rtl="0">
              <a:spcBef>
                <a:spcPts val="0"/>
              </a:spcBef>
              <a:spcAft>
                <a:spcPts val="0"/>
              </a:spcAft>
              <a:buClr>
                <a:schemeClr val="lt1"/>
              </a:buClr>
              <a:buSzPts val="2400"/>
              <a:buNone/>
              <a:defRPr sz="3200" b="1">
                <a:solidFill>
                  <a:schemeClr val="lt1"/>
                </a:solidFill>
              </a:defRPr>
            </a:lvl8pPr>
            <a:lvl9pPr lvl="8" algn="ctr" rtl="0">
              <a:spcBef>
                <a:spcPts val="0"/>
              </a:spcBef>
              <a:spcAft>
                <a:spcPts val="0"/>
              </a:spcAft>
              <a:buClr>
                <a:schemeClr val="lt1"/>
              </a:buClr>
              <a:buSzPts val="2400"/>
              <a:buNone/>
              <a:defRPr sz="3200" b="1">
                <a:solidFill>
                  <a:schemeClr val="lt1"/>
                </a:solidFill>
              </a:defRPr>
            </a:lvl9pPr>
          </a:lstStyle>
          <a:p>
            <a:endParaRPr/>
          </a:p>
        </p:txBody>
      </p:sp>
      <p:sp>
        <p:nvSpPr>
          <p:cNvPr id="19" name="Google Shape;19;p3"/>
          <p:cNvSpPr/>
          <p:nvPr/>
        </p:nvSpPr>
        <p:spPr>
          <a:xfrm>
            <a:off x="4063605" y="5323800"/>
            <a:ext cx="4063600" cy="102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3"/>
          <p:cNvSpPr/>
          <p:nvPr/>
        </p:nvSpPr>
        <p:spPr>
          <a:xfrm>
            <a:off x="8128361" y="5323800"/>
            <a:ext cx="4063600" cy="1028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3"/>
          <p:cNvSpPr/>
          <p:nvPr/>
        </p:nvSpPr>
        <p:spPr>
          <a:xfrm>
            <a:off x="1" y="5323800"/>
            <a:ext cx="4063600" cy="1028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 name="Google Shape;22;p3"/>
          <p:cNvSpPr txBox="1">
            <a:spLocks noGrp="1"/>
          </p:cNvSpPr>
          <p:nvPr>
            <p:ph type="sldNum" idx="12"/>
          </p:nvPr>
        </p:nvSpPr>
        <p:spPr>
          <a:xfrm>
            <a:off x="-167" y="6440375"/>
            <a:ext cx="12192000" cy="418000"/>
          </a:xfrm>
          <a:prstGeom prst="rect">
            <a:avLst/>
          </a:prstGeom>
        </p:spPr>
        <p:txBody>
          <a:bodyPr spcFirstLastPara="1" wrap="square" lIns="91425" tIns="91425" rIns="91425" bIns="91425" anchor="t" anchorCtr="0">
            <a:noAutofit/>
          </a:bodyPr>
          <a:lstStyle>
            <a:lvl1pPr lvl="0" algn="ctr">
              <a:buNone/>
              <a:defRPr/>
            </a:lvl1pPr>
            <a:lvl2pPr lvl="1" algn="ctr">
              <a:buNone/>
              <a:defRPr/>
            </a:lvl2pPr>
            <a:lvl3pPr lvl="2" algn="ctr">
              <a:buNone/>
              <a:defRPr/>
            </a:lvl3pPr>
            <a:lvl4pPr lvl="3" algn="ctr">
              <a:buNone/>
              <a:defRPr/>
            </a:lvl4pPr>
            <a:lvl5pPr lvl="4" algn="ctr">
              <a:buNone/>
              <a:defRPr/>
            </a:lvl5pPr>
            <a:lvl6pPr lvl="5" algn="ctr">
              <a:buNone/>
              <a:defRPr/>
            </a:lvl6pPr>
            <a:lvl7pPr lvl="6" algn="ctr">
              <a:buNone/>
              <a:defRPr/>
            </a:lvl7pPr>
            <a:lvl8pPr lvl="7" algn="ctr">
              <a:buNone/>
              <a:defRPr/>
            </a:lvl8pPr>
            <a:lvl9pPr lvl="8" algn="ctr">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922531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Content">
  <p:cSld name="1_Title-Content">
    <p:spTree>
      <p:nvGrpSpPr>
        <p:cNvPr id="1" name="Shape 34"/>
        <p:cNvGrpSpPr/>
        <p:nvPr/>
      </p:nvGrpSpPr>
      <p:grpSpPr>
        <a:xfrm>
          <a:off x="0" y="0"/>
          <a:ext cx="0" cy="0"/>
          <a:chOff x="0" y="0"/>
          <a:chExt cx="0" cy="0"/>
        </a:xfrm>
      </p:grpSpPr>
      <p:sp>
        <p:nvSpPr>
          <p:cNvPr id="35" name="Google Shape;35;p23"/>
          <p:cNvSpPr txBox="1">
            <a:spLocks noGrp="1"/>
          </p:cNvSpPr>
          <p:nvPr>
            <p:ph type="title"/>
          </p:nvPr>
        </p:nvSpPr>
        <p:spPr>
          <a:xfrm>
            <a:off x="266699" y="20819"/>
            <a:ext cx="11658600" cy="969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4000">
                <a:solidFill>
                  <a:schemeClr val="dk1"/>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6" name="Google Shape;36;p23"/>
          <p:cNvSpPr txBox="1">
            <a:spLocks noGrp="1"/>
          </p:cNvSpPr>
          <p:nvPr>
            <p:ph type="sldNum" idx="12"/>
          </p:nvPr>
        </p:nvSpPr>
        <p:spPr>
          <a:xfrm>
            <a:off x="11515410" y="6492876"/>
            <a:ext cx="676500" cy="3651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dk1"/>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cxnSp>
        <p:nvCxnSpPr>
          <p:cNvPr id="37" name="Google Shape;37;p23"/>
          <p:cNvCxnSpPr/>
          <p:nvPr/>
        </p:nvCxnSpPr>
        <p:spPr>
          <a:xfrm>
            <a:off x="266699" y="990600"/>
            <a:ext cx="9836100" cy="0"/>
          </a:xfrm>
          <a:prstGeom prst="straightConnector1">
            <a:avLst/>
          </a:prstGeom>
          <a:noFill/>
          <a:ln w="38100" cap="flat" cmpd="sng">
            <a:solidFill>
              <a:schemeClr val="accent3"/>
            </a:solidFill>
            <a:prstDash val="solid"/>
            <a:round/>
            <a:headEnd type="none" w="sm" len="sm"/>
            <a:tailEnd type="none" w="sm" len="sm"/>
          </a:ln>
          <a:effectLst>
            <a:outerShdw blurRad="40000" dist="23000" dir="5400000" rotWithShape="0">
              <a:srgbClr val="000000">
                <a:alpha val="33330"/>
              </a:srgbClr>
            </a:outerShdw>
          </a:effectLst>
        </p:spPr>
      </p:cxnSp>
      <p:sp>
        <p:nvSpPr>
          <p:cNvPr id="38" name="Google Shape;38;p23"/>
          <p:cNvSpPr/>
          <p:nvPr/>
        </p:nvSpPr>
        <p:spPr>
          <a:xfrm>
            <a:off x="228600" y="6488668"/>
            <a:ext cx="1816200" cy="340500"/>
          </a:xfrm>
          <a:prstGeom prst="roundRect">
            <a:avLst>
              <a:gd name="adj" fmla="val 16667"/>
            </a:avLst>
          </a:prstGeom>
          <a:solidFill>
            <a:schemeClr val="dk1"/>
          </a:solidFill>
          <a:ln w="25400" cap="flat" cmpd="sng">
            <a:solidFill>
              <a:schemeClr val="dk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lt1"/>
                </a:solidFill>
                <a:latin typeface="Arial"/>
                <a:ea typeface="Arial"/>
                <a:cs typeface="Arial"/>
                <a:sym typeface="Arial"/>
              </a:rPr>
              <a:t>AI — Fall 1403</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5305259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Font typeface="Quattrocento"/>
              <a:buNone/>
              <a:defRPr>
                <a:latin typeface="Quattrocento"/>
                <a:ea typeface="Quattrocento"/>
                <a:cs typeface="Quattrocento"/>
                <a:sym typeface="Quattrocento"/>
              </a:defRPr>
            </a:lvl1pPr>
            <a:lvl2pPr lvl="1" rtl="0">
              <a:spcBef>
                <a:spcPts val="0"/>
              </a:spcBef>
              <a:spcAft>
                <a:spcPts val="0"/>
              </a:spcAft>
              <a:buSzPts val="2800"/>
              <a:buFont typeface="Quattrocento"/>
              <a:buNone/>
              <a:defRPr>
                <a:latin typeface="Quattrocento"/>
                <a:ea typeface="Quattrocento"/>
                <a:cs typeface="Quattrocento"/>
                <a:sym typeface="Quattrocento"/>
              </a:defRPr>
            </a:lvl2pPr>
            <a:lvl3pPr lvl="2" rtl="0">
              <a:spcBef>
                <a:spcPts val="0"/>
              </a:spcBef>
              <a:spcAft>
                <a:spcPts val="0"/>
              </a:spcAft>
              <a:buSzPts val="2800"/>
              <a:buFont typeface="Quattrocento"/>
              <a:buNone/>
              <a:defRPr>
                <a:latin typeface="Quattrocento"/>
                <a:ea typeface="Quattrocento"/>
                <a:cs typeface="Quattrocento"/>
                <a:sym typeface="Quattrocento"/>
              </a:defRPr>
            </a:lvl3pPr>
            <a:lvl4pPr lvl="3" rtl="0">
              <a:spcBef>
                <a:spcPts val="0"/>
              </a:spcBef>
              <a:spcAft>
                <a:spcPts val="0"/>
              </a:spcAft>
              <a:buSzPts val="2800"/>
              <a:buFont typeface="Quattrocento"/>
              <a:buNone/>
              <a:defRPr>
                <a:latin typeface="Quattrocento"/>
                <a:ea typeface="Quattrocento"/>
                <a:cs typeface="Quattrocento"/>
                <a:sym typeface="Quattrocento"/>
              </a:defRPr>
            </a:lvl4pPr>
            <a:lvl5pPr lvl="4" rtl="0">
              <a:spcBef>
                <a:spcPts val="0"/>
              </a:spcBef>
              <a:spcAft>
                <a:spcPts val="0"/>
              </a:spcAft>
              <a:buSzPts val="2800"/>
              <a:buFont typeface="Quattrocento"/>
              <a:buNone/>
              <a:defRPr>
                <a:latin typeface="Quattrocento"/>
                <a:ea typeface="Quattrocento"/>
                <a:cs typeface="Quattrocento"/>
                <a:sym typeface="Quattrocento"/>
              </a:defRPr>
            </a:lvl5pPr>
            <a:lvl6pPr lvl="5" rtl="0">
              <a:spcBef>
                <a:spcPts val="0"/>
              </a:spcBef>
              <a:spcAft>
                <a:spcPts val="0"/>
              </a:spcAft>
              <a:buSzPts val="2800"/>
              <a:buFont typeface="Quattrocento"/>
              <a:buNone/>
              <a:defRPr>
                <a:latin typeface="Quattrocento"/>
                <a:ea typeface="Quattrocento"/>
                <a:cs typeface="Quattrocento"/>
                <a:sym typeface="Quattrocento"/>
              </a:defRPr>
            </a:lvl6pPr>
            <a:lvl7pPr lvl="6" rtl="0">
              <a:spcBef>
                <a:spcPts val="0"/>
              </a:spcBef>
              <a:spcAft>
                <a:spcPts val="0"/>
              </a:spcAft>
              <a:buSzPts val="2800"/>
              <a:buFont typeface="Quattrocento"/>
              <a:buNone/>
              <a:defRPr>
                <a:latin typeface="Quattrocento"/>
                <a:ea typeface="Quattrocento"/>
                <a:cs typeface="Quattrocento"/>
                <a:sym typeface="Quattrocento"/>
              </a:defRPr>
            </a:lvl7pPr>
            <a:lvl8pPr lvl="7" rtl="0">
              <a:spcBef>
                <a:spcPts val="0"/>
              </a:spcBef>
              <a:spcAft>
                <a:spcPts val="0"/>
              </a:spcAft>
              <a:buSzPts val="2800"/>
              <a:buFont typeface="Quattrocento"/>
              <a:buNone/>
              <a:defRPr>
                <a:latin typeface="Quattrocento"/>
                <a:ea typeface="Quattrocento"/>
                <a:cs typeface="Quattrocento"/>
                <a:sym typeface="Quattrocento"/>
              </a:defRPr>
            </a:lvl8pPr>
            <a:lvl9pPr lvl="8" rtl="0">
              <a:spcBef>
                <a:spcPts val="0"/>
              </a:spcBef>
              <a:spcAft>
                <a:spcPts val="0"/>
              </a:spcAft>
              <a:buSzPts val="2800"/>
              <a:buFont typeface="Quattrocento"/>
              <a:buNone/>
              <a:defRPr>
                <a:latin typeface="Quattrocento"/>
                <a:ea typeface="Quattrocento"/>
                <a:cs typeface="Quattrocento"/>
                <a:sym typeface="Quattrocento"/>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rtl="0">
              <a:spcBef>
                <a:spcPts val="0"/>
              </a:spcBef>
              <a:spcAft>
                <a:spcPts val="0"/>
              </a:spcAft>
              <a:buSzPts val="1800"/>
              <a:buFont typeface="Questrial"/>
              <a:buChar char="●"/>
              <a:defRPr>
                <a:latin typeface="Questrial"/>
                <a:ea typeface="Questrial"/>
                <a:cs typeface="Questrial"/>
                <a:sym typeface="Questrial"/>
              </a:defRPr>
            </a:lvl1pPr>
            <a:lvl2pPr marL="1219170" lvl="1" indent="-423323" rtl="0">
              <a:spcBef>
                <a:spcPts val="0"/>
              </a:spcBef>
              <a:spcAft>
                <a:spcPts val="0"/>
              </a:spcAft>
              <a:buSzPts val="1400"/>
              <a:buFont typeface="Questrial"/>
              <a:buChar char="○"/>
              <a:defRPr>
                <a:latin typeface="Questrial"/>
                <a:ea typeface="Questrial"/>
                <a:cs typeface="Questrial"/>
                <a:sym typeface="Questrial"/>
              </a:defRPr>
            </a:lvl2pPr>
            <a:lvl3pPr marL="1828754" lvl="2" indent="-423323" rtl="0">
              <a:spcBef>
                <a:spcPts val="0"/>
              </a:spcBef>
              <a:spcAft>
                <a:spcPts val="0"/>
              </a:spcAft>
              <a:buSzPts val="1400"/>
              <a:buFont typeface="Questrial"/>
              <a:buChar char="■"/>
              <a:defRPr>
                <a:latin typeface="Questrial"/>
                <a:ea typeface="Questrial"/>
                <a:cs typeface="Questrial"/>
                <a:sym typeface="Questrial"/>
              </a:defRPr>
            </a:lvl3pPr>
            <a:lvl4pPr marL="2438339" lvl="3" indent="-423323" rtl="0">
              <a:spcBef>
                <a:spcPts val="0"/>
              </a:spcBef>
              <a:spcAft>
                <a:spcPts val="0"/>
              </a:spcAft>
              <a:buSzPts val="1400"/>
              <a:buFont typeface="Questrial"/>
              <a:buChar char="●"/>
              <a:defRPr>
                <a:latin typeface="Questrial"/>
                <a:ea typeface="Questrial"/>
                <a:cs typeface="Questrial"/>
                <a:sym typeface="Questrial"/>
              </a:defRPr>
            </a:lvl4pPr>
            <a:lvl5pPr marL="3047924" lvl="4" indent="-423323" rtl="0">
              <a:spcBef>
                <a:spcPts val="0"/>
              </a:spcBef>
              <a:spcAft>
                <a:spcPts val="0"/>
              </a:spcAft>
              <a:buSzPts val="1400"/>
              <a:buFont typeface="Questrial"/>
              <a:buChar char="○"/>
              <a:defRPr>
                <a:latin typeface="Questrial"/>
                <a:ea typeface="Questrial"/>
                <a:cs typeface="Questrial"/>
                <a:sym typeface="Questrial"/>
              </a:defRPr>
            </a:lvl5pPr>
            <a:lvl6pPr marL="3657509" lvl="5" indent="-423323" rtl="0">
              <a:spcBef>
                <a:spcPts val="0"/>
              </a:spcBef>
              <a:spcAft>
                <a:spcPts val="0"/>
              </a:spcAft>
              <a:buSzPts val="1400"/>
              <a:buFont typeface="Questrial"/>
              <a:buChar char="■"/>
              <a:defRPr>
                <a:latin typeface="Questrial"/>
                <a:ea typeface="Questrial"/>
                <a:cs typeface="Questrial"/>
                <a:sym typeface="Questrial"/>
              </a:defRPr>
            </a:lvl6pPr>
            <a:lvl7pPr marL="4267093" lvl="6" indent="-423323" rtl="0">
              <a:spcBef>
                <a:spcPts val="0"/>
              </a:spcBef>
              <a:spcAft>
                <a:spcPts val="0"/>
              </a:spcAft>
              <a:buSzPts val="1400"/>
              <a:buFont typeface="Questrial"/>
              <a:buChar char="●"/>
              <a:defRPr>
                <a:latin typeface="Questrial"/>
                <a:ea typeface="Questrial"/>
                <a:cs typeface="Questrial"/>
                <a:sym typeface="Questrial"/>
              </a:defRPr>
            </a:lvl7pPr>
            <a:lvl8pPr marL="4876678" lvl="7" indent="-423323" rtl="0">
              <a:spcBef>
                <a:spcPts val="0"/>
              </a:spcBef>
              <a:spcAft>
                <a:spcPts val="0"/>
              </a:spcAft>
              <a:buSzPts val="1400"/>
              <a:buFont typeface="Questrial"/>
              <a:buChar char="○"/>
              <a:defRPr>
                <a:latin typeface="Questrial"/>
                <a:ea typeface="Questrial"/>
                <a:cs typeface="Questrial"/>
                <a:sym typeface="Questrial"/>
              </a:defRPr>
            </a:lvl8pPr>
            <a:lvl9pPr marL="5486263" lvl="8" indent="-423323" rtl="0">
              <a:spcBef>
                <a:spcPts val="0"/>
              </a:spcBef>
              <a:spcAft>
                <a:spcPts val="0"/>
              </a:spcAft>
              <a:buSzPts val="1400"/>
              <a:buFont typeface="Questrial"/>
              <a:buChar char="■"/>
              <a:defRPr>
                <a:latin typeface="Questrial"/>
                <a:ea typeface="Questrial"/>
                <a:cs typeface="Questrial"/>
                <a:sym typeface="Questrial"/>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90505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48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2375007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D482A-0729-0447-26C4-795EBADACEE5}"/>
              </a:ext>
            </a:extLst>
          </p:cNvPr>
          <p:cNvSpPr>
            <a:spLocks noGrp="1"/>
          </p:cNvSpPr>
          <p:nvPr>
            <p:ph type="title"/>
          </p:nvPr>
        </p:nvSpPr>
        <p:spPr>
          <a:xfrm>
            <a:off x="518160" y="121285"/>
            <a:ext cx="1106424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981BDAD-2755-489C-8030-9E6C16574164}"/>
              </a:ext>
            </a:extLst>
          </p:cNvPr>
          <p:cNvSpPr>
            <a:spLocks noGrp="1"/>
          </p:cNvSpPr>
          <p:nvPr>
            <p:ph type="body" idx="1"/>
          </p:nvPr>
        </p:nvSpPr>
        <p:spPr>
          <a:xfrm>
            <a:off x="518160" y="1592580"/>
            <a:ext cx="11064240" cy="46634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FDF2E5-BE66-F442-C39E-1AE4C134C703}"/>
              </a:ext>
            </a:extLst>
          </p:cNvPr>
          <p:cNvSpPr>
            <a:spLocks noGrp="1"/>
          </p:cNvSpPr>
          <p:nvPr>
            <p:ph type="dt" sz="half" idx="2"/>
          </p:nvPr>
        </p:nvSpPr>
        <p:spPr>
          <a:xfrm>
            <a:off x="518160" y="6361745"/>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dirty="0"/>
          </a:p>
        </p:txBody>
      </p:sp>
      <p:sp>
        <p:nvSpPr>
          <p:cNvPr id="5" name="Footer Placeholder 4">
            <a:extLst>
              <a:ext uri="{FF2B5EF4-FFF2-40B4-BE49-F238E27FC236}">
                <a16:creationId xmlns:a16="http://schemas.microsoft.com/office/drawing/2014/main" id="{65F262B0-8688-5A07-2529-503B41A7316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D95B2D0-FAA3-EF81-D7F0-E449C5863E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D00882-420D-446F-B065-6675A463A27F}" type="slidenum">
              <a:rPr lang="en-US" smtClean="0"/>
              <a:t>‹#›</a:t>
            </a:fld>
            <a:endParaRPr lang="en-US"/>
          </a:p>
        </p:txBody>
      </p:sp>
    </p:spTree>
    <p:extLst>
      <p:ext uri="{BB962C8B-B14F-4D97-AF65-F5344CB8AC3E}">
        <p14:creationId xmlns:p14="http://schemas.microsoft.com/office/powerpoint/2010/main" val="171950421"/>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3" r:id="rId13"/>
    <p:sldLayoutId id="2147483795" r:id="rId14"/>
    <p:sldLayoutId id="2147483797" r:id="rId15"/>
    <p:sldLayoutId id="2147483798" r:id="rId16"/>
    <p:sldLayoutId id="2147483799"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4.emf"/><Relationship Id="rId4" Type="http://schemas.openxmlformats.org/officeDocument/2006/relationships/image" Target="../media/image13.emf"/></Relationships>
</file>

<file path=ppt/slides/_rels/slide2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BCCB048-B67C-E79B-1CAC-1D9CA1807D4A}"/>
              </a:ext>
            </a:extLst>
          </p:cNvPr>
          <p:cNvSpPr>
            <a:spLocks noGrp="1"/>
          </p:cNvSpPr>
          <p:nvPr>
            <p:ph type="ctrTitle"/>
          </p:nvPr>
        </p:nvSpPr>
        <p:spPr/>
        <p:txBody>
          <a:bodyPr>
            <a:normAutofit/>
          </a:bodyPr>
          <a:lstStyle/>
          <a:p>
            <a:pPr algn="ctr"/>
            <a:r>
              <a:rPr lang="en" sz="4000" dirty="0">
                <a:latin typeface="Consolas" panose="020B0609020204030204" pitchFamily="49" charset="0"/>
                <a:sym typeface="Consolas"/>
              </a:rPr>
              <a:t>Convolutional and reurrent neural networks</a:t>
            </a:r>
            <a:endParaRPr lang="en-US" sz="4000" dirty="0"/>
          </a:p>
        </p:txBody>
      </p:sp>
      <p:sp>
        <p:nvSpPr>
          <p:cNvPr id="3" name="TextBox 2">
            <a:extLst>
              <a:ext uri="{FF2B5EF4-FFF2-40B4-BE49-F238E27FC236}">
                <a16:creationId xmlns:a16="http://schemas.microsoft.com/office/drawing/2014/main" id="{3C523135-EE98-5CFA-F8EF-075EFEFD297D}"/>
              </a:ext>
            </a:extLst>
          </p:cNvPr>
          <p:cNvSpPr txBox="1"/>
          <p:nvPr/>
        </p:nvSpPr>
        <p:spPr>
          <a:xfrm>
            <a:off x="-237867" y="6488668"/>
            <a:ext cx="6098058" cy="646331"/>
          </a:xfrm>
          <a:prstGeom prst="rect">
            <a:avLst/>
          </a:prstGeom>
          <a:noFill/>
        </p:spPr>
        <p:txBody>
          <a:bodyPr wrap="square">
            <a:spAutoFit/>
          </a:bodyPr>
          <a:lstStyle/>
          <a:p>
            <a:pPr algn="ctr">
              <a:spcBef>
                <a:spcPct val="50000"/>
              </a:spcBef>
            </a:pPr>
            <a:r>
              <a:rPr lang="en-US" sz="1200" dirty="0">
                <a:latin typeface="Calibri"/>
                <a:cs typeface="Calibri"/>
              </a:rPr>
              <a:t>Some from: </a:t>
            </a:r>
            <a:r>
              <a:rPr lang="en-US" sz="1200" dirty="0">
                <a:latin typeface="Questrial"/>
                <a:ea typeface="Questrial"/>
                <a:cs typeface="Questrial"/>
                <a:sym typeface="Questrial"/>
              </a:rPr>
              <a:t>Amir </a:t>
            </a:r>
            <a:r>
              <a:rPr lang="en-US" sz="1200" dirty="0" err="1">
                <a:latin typeface="Questrial"/>
                <a:ea typeface="Questrial"/>
                <a:cs typeface="Questrial"/>
                <a:sym typeface="Questrial"/>
              </a:rPr>
              <a:t>Hesam</a:t>
            </a:r>
            <a:r>
              <a:rPr lang="en-US" sz="1200" dirty="0">
                <a:latin typeface="Questrial"/>
                <a:ea typeface="Questrial"/>
                <a:cs typeface="Questrial"/>
                <a:sym typeface="Questrial"/>
              </a:rPr>
              <a:t> Salavati</a:t>
            </a:r>
            <a:r>
              <a:rPr lang="en-US" sz="1200" dirty="0">
                <a:latin typeface="Calibri"/>
                <a:ea typeface="Questrial"/>
                <a:cs typeface="Calibri"/>
                <a:sym typeface="Questrial"/>
              </a:rPr>
              <a:t>’s DS course</a:t>
            </a:r>
            <a:br>
              <a:rPr lang="en-US" sz="1200" dirty="0">
                <a:latin typeface="Calibri"/>
                <a:ea typeface="Questrial"/>
                <a:cs typeface="Calibri"/>
                <a:sym typeface="Questrial"/>
              </a:rPr>
            </a:br>
            <a:r>
              <a:rPr lang="en-US" sz="1200" dirty="0">
                <a:latin typeface="Calibri"/>
                <a:ea typeface="Questrial"/>
                <a:cs typeface="Calibri"/>
                <a:sym typeface="Questrial"/>
              </a:rPr>
              <a:t>Some from: https://web.stanford.edu/~jurafsky/slp3/ </a:t>
            </a:r>
            <a:br>
              <a:rPr lang="en-US" sz="1200" dirty="0">
                <a:latin typeface="Calibri"/>
                <a:ea typeface="Questrial"/>
                <a:cs typeface="Calibri"/>
                <a:sym typeface="Questrial"/>
              </a:rPr>
            </a:br>
            <a:endParaRPr lang="en-US" sz="1200" dirty="0">
              <a:latin typeface="Questrial"/>
              <a:ea typeface="Questrial"/>
              <a:cs typeface="Questrial"/>
              <a:sym typeface="Questrial"/>
            </a:endParaRPr>
          </a:p>
        </p:txBody>
      </p:sp>
    </p:spTree>
    <p:extLst>
      <p:ext uri="{BB962C8B-B14F-4D97-AF65-F5344CB8AC3E}">
        <p14:creationId xmlns:p14="http://schemas.microsoft.com/office/powerpoint/2010/main" val="1616806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33ACD7-91AC-D801-ABAB-1EF1B35B5D65}"/>
              </a:ext>
            </a:extLst>
          </p:cNvPr>
          <p:cNvSpPr>
            <a:spLocks noGrp="1"/>
          </p:cNvSpPr>
          <p:nvPr>
            <p:ph type="title"/>
          </p:nvPr>
        </p:nvSpPr>
        <p:spPr/>
        <p:txBody>
          <a:bodyPr/>
          <a:lstStyle/>
          <a:p>
            <a:r>
              <a:rPr lang="en-US" dirty="0"/>
              <a:t>Convolutional Neural Networks</a:t>
            </a:r>
          </a:p>
        </p:txBody>
      </p:sp>
      <p:sp>
        <p:nvSpPr>
          <p:cNvPr id="3" name="Text Placeholder 2">
            <a:extLst>
              <a:ext uri="{FF2B5EF4-FFF2-40B4-BE49-F238E27FC236}">
                <a16:creationId xmlns:a16="http://schemas.microsoft.com/office/drawing/2014/main" id="{D951775B-1721-395A-B4BC-89773B972D8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680226-AEBA-1EDE-4004-22677D6F3767}"/>
              </a:ext>
            </a:extLst>
          </p:cNvPr>
          <p:cNvSpPr>
            <a:spLocks noGrp="1"/>
          </p:cNvSpPr>
          <p:nvPr>
            <p:ph type="sldNum" sz="quarter" idx="12"/>
          </p:nvPr>
        </p:nvSpPr>
        <p:spPr/>
        <p:txBody>
          <a:bodyPr/>
          <a:lstStyle/>
          <a:p>
            <a:fld id="{89D00882-420D-446F-B065-6675A463A27F}" type="slidenum">
              <a:rPr lang="en-US" smtClean="0"/>
              <a:t>2</a:t>
            </a:fld>
            <a:endParaRPr lang="en-US"/>
          </a:p>
        </p:txBody>
      </p:sp>
    </p:spTree>
    <p:extLst>
      <p:ext uri="{BB962C8B-B14F-4D97-AF65-F5344CB8AC3E}">
        <p14:creationId xmlns:p14="http://schemas.microsoft.com/office/powerpoint/2010/main" val="2116323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30"/>
          <p:cNvSpPr txBox="1">
            <a:spLocks noGrp="1"/>
          </p:cNvSpPr>
          <p:nvPr>
            <p:ph type="body" idx="1"/>
          </p:nvPr>
        </p:nvSpPr>
        <p:spPr>
          <a:xfrm>
            <a:off x="415600" y="1536633"/>
            <a:ext cx="11360800" cy="1322400"/>
          </a:xfrm>
          <a:prstGeom prst="rect">
            <a:avLst/>
          </a:prstGeom>
        </p:spPr>
        <p:txBody>
          <a:bodyPr spcFirstLastPara="1" vert="horz" wrap="square" lIns="121900" tIns="121900" rIns="121900" bIns="121900" rtlCol="0" anchor="t" anchorCtr="0">
            <a:normAutofit/>
          </a:bodyPr>
          <a:lstStyle/>
          <a:p>
            <a:pPr indent="-474121">
              <a:buSzPts val="2000"/>
            </a:pPr>
            <a:r>
              <a:rPr lang="en" sz="2667"/>
              <a:t>More than 14 million </a:t>
            </a:r>
            <a:r>
              <a:rPr lang="en" sz="2667" b="1">
                <a:solidFill>
                  <a:schemeClr val="accent5"/>
                </a:solidFill>
              </a:rPr>
              <a:t>annotated</a:t>
            </a:r>
            <a:r>
              <a:rPr lang="en" sz="2667"/>
              <a:t> images </a:t>
            </a:r>
            <a:endParaRPr sz="2667"/>
          </a:p>
          <a:p>
            <a:pPr indent="-474121">
              <a:buSzPts val="2000"/>
            </a:pPr>
            <a:r>
              <a:rPr lang="en" sz="2667"/>
              <a:t>More than 20,000 categories</a:t>
            </a:r>
            <a:endParaRPr sz="2400"/>
          </a:p>
        </p:txBody>
      </p:sp>
      <p:sp>
        <p:nvSpPr>
          <p:cNvPr id="153" name="Google Shape;153;p3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dirty="0"/>
              <a:t>ImageNet Dataset</a:t>
            </a:r>
            <a:endParaRPr dirty="0"/>
          </a:p>
        </p:txBody>
      </p:sp>
      <p:pic>
        <p:nvPicPr>
          <p:cNvPr id="154" name="Google Shape;154;p30"/>
          <p:cNvPicPr preferRelativeResize="0"/>
          <p:nvPr/>
        </p:nvPicPr>
        <p:blipFill>
          <a:blip r:embed="rId3">
            <a:alphaModFix/>
          </a:blip>
          <a:stretch>
            <a:fillRect/>
          </a:stretch>
        </p:blipFill>
        <p:spPr>
          <a:xfrm>
            <a:off x="855034" y="2715201"/>
            <a:ext cx="10481945" cy="3592567"/>
          </a:xfrm>
          <a:prstGeom prst="rect">
            <a:avLst/>
          </a:prstGeom>
          <a:noFill/>
          <a:ln>
            <a:noFill/>
          </a:ln>
        </p:spPr>
      </p:pic>
      <p:sp>
        <p:nvSpPr>
          <p:cNvPr id="155" name="Google Shape;155;p30"/>
          <p:cNvSpPr txBox="1"/>
          <p:nvPr/>
        </p:nvSpPr>
        <p:spPr>
          <a:xfrm>
            <a:off x="975000" y="6307767"/>
            <a:ext cx="10278800" cy="451302"/>
          </a:xfrm>
          <a:prstGeom prst="rect">
            <a:avLst/>
          </a:prstGeom>
          <a:noFill/>
          <a:ln>
            <a:noFill/>
          </a:ln>
        </p:spPr>
        <p:txBody>
          <a:bodyPr spcFirstLastPara="1" wrap="square" lIns="121900" tIns="121900" rIns="121900" bIns="121900" anchor="t" anchorCtr="0">
            <a:spAutoFit/>
          </a:bodyPr>
          <a:lstStyle/>
          <a:p>
            <a:r>
              <a:rPr lang="en" sz="1333">
                <a:solidFill>
                  <a:srgbClr val="888888"/>
                </a:solidFill>
                <a:latin typeface="Questrial"/>
                <a:ea typeface="Questrial"/>
                <a:cs typeface="Questrial"/>
                <a:sym typeface="Questrial"/>
              </a:rPr>
              <a:t>Image: https://blog.roboflow.com/introduction-to-imagenet/</a:t>
            </a:r>
            <a:endParaRPr sz="1333">
              <a:solidFill>
                <a:srgbClr val="888888"/>
              </a:solidFill>
              <a:latin typeface="Questrial"/>
              <a:ea typeface="Questrial"/>
              <a:cs typeface="Questrial"/>
              <a:sym typeface="Quest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2"/>
                                        </p:tgtEl>
                                        <p:attrNameLst>
                                          <p:attrName>style.visibility</p:attrName>
                                        </p:attrNameLst>
                                      </p:cBhvr>
                                      <p:to>
                                        <p:strVal val="visible"/>
                                      </p:to>
                                    </p:set>
                                    <p:animEffect transition="in" filter="fade">
                                      <p:cBhvr>
                                        <p:cTn id="7" dur="1000"/>
                                        <p:tgtEl>
                                          <p:spTgt spid="152"/>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154"/>
                                        </p:tgtEl>
                                        <p:attrNameLst>
                                          <p:attrName>style.visibility</p:attrName>
                                        </p:attrNameLst>
                                      </p:cBhvr>
                                      <p:to>
                                        <p:strVal val="visible"/>
                                      </p:to>
                                    </p:set>
                                    <p:animEffect transition="in" filter="fade">
                                      <p:cBhvr>
                                        <p:cTn id="11" dur="1000"/>
                                        <p:tgtEl>
                                          <p:spTgt spid="154"/>
                                        </p:tgtEl>
                                      </p:cBhvr>
                                    </p:animEffect>
                                  </p:childTnLst>
                                </p:cTn>
                              </p:par>
                              <p:par>
                                <p:cTn id="12" presetID="10" presetClass="entr" presetSubtype="0" fill="hold" nodeType="withEffect">
                                  <p:stCondLst>
                                    <p:cond delay="0"/>
                                  </p:stCondLst>
                                  <p:childTnLst>
                                    <p:set>
                                      <p:cBhvr>
                                        <p:cTn id="13" dur="1" fill="hold">
                                          <p:stCondLst>
                                            <p:cond delay="0"/>
                                          </p:stCondLst>
                                        </p:cTn>
                                        <p:tgtEl>
                                          <p:spTgt spid="155"/>
                                        </p:tgtEl>
                                        <p:attrNameLst>
                                          <p:attrName>style.visibility</p:attrName>
                                        </p:attrNameLst>
                                      </p:cBhvr>
                                      <p:to>
                                        <p:strVal val="visible"/>
                                      </p:to>
                                    </p:set>
                                    <p:animEffect transition="in" filter="fade">
                                      <p:cBhvr>
                                        <p:cTn id="14" dur="1000"/>
                                        <p:tgtEl>
                                          <p:spTgt spid="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31"/>
          <p:cNvSpPr txBox="1">
            <a:spLocks noGrp="1"/>
          </p:cNvSpPr>
          <p:nvPr>
            <p:ph type="body" idx="1"/>
          </p:nvPr>
        </p:nvSpPr>
        <p:spPr>
          <a:xfrm>
            <a:off x="415600" y="1536633"/>
            <a:ext cx="11697600" cy="1140400"/>
          </a:xfrm>
          <a:prstGeom prst="rect">
            <a:avLst/>
          </a:prstGeom>
        </p:spPr>
        <p:txBody>
          <a:bodyPr spcFirstLastPara="1" vert="horz" wrap="square" lIns="121900" tIns="121900" rIns="121900" bIns="121900" rtlCol="0" anchor="t" anchorCtr="0">
            <a:normAutofit/>
          </a:bodyPr>
          <a:lstStyle/>
          <a:p>
            <a:pPr indent="-491054">
              <a:buSzPts val="2200"/>
            </a:pPr>
            <a:r>
              <a:rPr lang="en" sz="2667"/>
              <a:t>Using only 1000 classes out of 20,000+, predict the class of image</a:t>
            </a:r>
            <a:endParaRPr sz="2667"/>
          </a:p>
          <a:p>
            <a:pPr lvl="1" indent="-448722">
              <a:buSzPts val="1700"/>
            </a:pPr>
            <a:r>
              <a:rPr lang="en" sz="2267">
                <a:solidFill>
                  <a:srgbClr val="4A86E8"/>
                </a:solidFill>
              </a:rPr>
              <a:t>Top-5 accuracy</a:t>
            </a:r>
            <a:r>
              <a:rPr lang="en" sz="2267"/>
              <a:t>: the actual class is among the top 5 predicted by the algorithm</a:t>
            </a:r>
            <a:endParaRPr sz="2267"/>
          </a:p>
        </p:txBody>
      </p:sp>
      <p:sp>
        <p:nvSpPr>
          <p:cNvPr id="161" name="Google Shape;161;p31"/>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buSzPts val="990"/>
            </a:pPr>
            <a:r>
              <a:rPr lang="en" sz="3227">
                <a:solidFill>
                  <a:srgbClr val="F6B26B"/>
                </a:solidFill>
              </a:rPr>
              <a:t>ILSVRC</a:t>
            </a:r>
            <a:r>
              <a:rPr lang="en" sz="3227"/>
              <a:t>: ImageNet Large Scale Visual Recognition Challenge</a:t>
            </a:r>
            <a:endParaRPr sz="3227"/>
          </a:p>
        </p:txBody>
      </p:sp>
      <p:sp>
        <p:nvSpPr>
          <p:cNvPr id="162" name="Google Shape;162;p31"/>
          <p:cNvSpPr txBox="1"/>
          <p:nvPr/>
        </p:nvSpPr>
        <p:spPr>
          <a:xfrm>
            <a:off x="415600" y="6324400"/>
            <a:ext cx="9882000" cy="471948"/>
          </a:xfrm>
          <a:prstGeom prst="rect">
            <a:avLst/>
          </a:prstGeom>
          <a:noFill/>
          <a:ln>
            <a:noFill/>
          </a:ln>
        </p:spPr>
        <p:txBody>
          <a:bodyPr spcFirstLastPara="1" wrap="square" lIns="121900" tIns="121900" rIns="121900" bIns="121900" anchor="t" anchorCtr="0">
            <a:spAutoFit/>
          </a:bodyPr>
          <a:lstStyle/>
          <a:p>
            <a:r>
              <a:rPr lang="en" sz="1467">
                <a:solidFill>
                  <a:srgbClr val="434343"/>
                </a:solidFill>
                <a:latin typeface="Questrial"/>
                <a:ea typeface="Questrial"/>
                <a:cs typeface="Questrial"/>
                <a:sym typeface="Questrial"/>
              </a:rPr>
              <a:t>Source: https://paperswithcode.com/sota/image-classification-on-imagenet?metric=Top%205%20Accuracy</a:t>
            </a:r>
            <a:endParaRPr sz="1467">
              <a:solidFill>
                <a:srgbClr val="434343"/>
              </a:solidFill>
              <a:latin typeface="Questrial"/>
              <a:ea typeface="Questrial"/>
              <a:cs typeface="Questrial"/>
              <a:sym typeface="Questrial"/>
            </a:endParaRPr>
          </a:p>
        </p:txBody>
      </p:sp>
      <p:pic>
        <p:nvPicPr>
          <p:cNvPr id="163" name="Google Shape;163;p31"/>
          <p:cNvPicPr preferRelativeResize="0"/>
          <p:nvPr/>
        </p:nvPicPr>
        <p:blipFill rotWithShape="1">
          <a:blip r:embed="rId3">
            <a:alphaModFix/>
          </a:blip>
          <a:srcRect t="27792"/>
          <a:stretch/>
        </p:blipFill>
        <p:spPr>
          <a:xfrm>
            <a:off x="156801" y="2677100"/>
            <a:ext cx="11878368" cy="3647299"/>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fade">
                                      <p:cBhvr>
                                        <p:cTn id="7" dur="1000"/>
                                        <p:tgtEl>
                                          <p:spTgt spid="160"/>
                                        </p:tgtEl>
                                      </p:cBhvr>
                                    </p:animEffect>
                                  </p:childTnLst>
                                </p:cTn>
                              </p:par>
                              <p:par>
                                <p:cTn id="8" presetID="10" presetClass="entr" presetSubtype="0" fill="hold" nodeType="withEffect">
                                  <p:stCondLst>
                                    <p:cond delay="0"/>
                                  </p:stCondLst>
                                  <p:childTnLst>
                                    <p:set>
                                      <p:cBhvr>
                                        <p:cTn id="9" dur="1" fill="hold">
                                          <p:stCondLst>
                                            <p:cond delay="0"/>
                                          </p:stCondLst>
                                        </p:cTn>
                                        <p:tgtEl>
                                          <p:spTgt spid="163"/>
                                        </p:tgtEl>
                                        <p:attrNameLst>
                                          <p:attrName>style.visibility</p:attrName>
                                        </p:attrNameLst>
                                      </p:cBhvr>
                                      <p:to>
                                        <p:strVal val="visible"/>
                                      </p:to>
                                    </p:set>
                                    <p:animEffect transition="in" filter="fade">
                                      <p:cBhvr>
                                        <p:cTn id="10" dur="1000"/>
                                        <p:tgtEl>
                                          <p:spTgt spid="163"/>
                                        </p:tgtEl>
                                      </p:cBhvr>
                                    </p:animEffect>
                                  </p:childTnLst>
                                </p:cTn>
                              </p:par>
                              <p:par>
                                <p:cTn id="11" presetID="10" presetClass="entr" presetSubtype="0" fill="hold" nodeType="withEffect">
                                  <p:stCondLst>
                                    <p:cond delay="0"/>
                                  </p:stCondLst>
                                  <p:childTnLst>
                                    <p:set>
                                      <p:cBhvr>
                                        <p:cTn id="12" dur="1" fill="hold">
                                          <p:stCondLst>
                                            <p:cond delay="0"/>
                                          </p:stCondLst>
                                        </p:cTn>
                                        <p:tgtEl>
                                          <p:spTgt spid="162"/>
                                        </p:tgtEl>
                                        <p:attrNameLst>
                                          <p:attrName>style.visibility</p:attrName>
                                        </p:attrNameLst>
                                      </p:cBhvr>
                                      <p:to>
                                        <p:strVal val="visible"/>
                                      </p:to>
                                    </p:set>
                                    <p:animEffect transition="in" filter="fade">
                                      <p:cBhvr>
                                        <p:cTn id="13" dur="100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2"/>
          <p:cNvSpPr txBox="1">
            <a:spLocks noGrp="1"/>
          </p:cNvSpPr>
          <p:nvPr>
            <p:ph type="body" idx="1"/>
          </p:nvPr>
        </p:nvSpPr>
        <p:spPr>
          <a:xfrm>
            <a:off x="415600" y="1536633"/>
            <a:ext cx="11697600" cy="5106400"/>
          </a:xfrm>
          <a:prstGeom prst="rect">
            <a:avLst/>
          </a:prstGeom>
        </p:spPr>
        <p:txBody>
          <a:bodyPr spcFirstLastPara="1" vert="horz" wrap="square" lIns="121900" tIns="121900" rIns="121900" bIns="121900" rtlCol="0" anchor="t" anchorCtr="0">
            <a:normAutofit/>
          </a:bodyPr>
          <a:lstStyle/>
          <a:p>
            <a:pPr indent="-491054">
              <a:buSzPts val="2200"/>
            </a:pPr>
            <a:r>
              <a:rPr lang="en" sz="2667" dirty="0"/>
              <a:t>2012: </a:t>
            </a:r>
            <a:r>
              <a:rPr lang="en" sz="2667" dirty="0">
                <a:solidFill>
                  <a:schemeClr val="accent5"/>
                </a:solidFill>
              </a:rPr>
              <a:t>AlexNet</a:t>
            </a:r>
            <a:r>
              <a:rPr lang="en" sz="2667" dirty="0"/>
              <a:t> improving the score massively, triggering interest in </a:t>
            </a:r>
            <a:r>
              <a:rPr lang="en" sz="2667" dirty="0">
                <a:solidFill>
                  <a:srgbClr val="FF0000"/>
                </a:solidFill>
              </a:rPr>
              <a:t>convolutional</a:t>
            </a:r>
            <a:r>
              <a:rPr lang="en" sz="2667" dirty="0"/>
              <a:t> neural networks</a:t>
            </a:r>
            <a:endParaRPr sz="2667" dirty="0"/>
          </a:p>
          <a:p>
            <a:pPr lvl="1" indent="-491054">
              <a:buSzPts val="2200"/>
            </a:pPr>
            <a:r>
              <a:rPr lang="en" sz="2667" dirty="0"/>
              <a:t>From ~74% to ~85%</a:t>
            </a:r>
            <a:br>
              <a:rPr lang="en" sz="2667" dirty="0"/>
            </a:br>
            <a:endParaRPr sz="2667" dirty="0"/>
          </a:p>
          <a:p>
            <a:pPr indent="-474121">
              <a:buSzPts val="2000"/>
            </a:pPr>
            <a:r>
              <a:rPr lang="en" sz="2667" dirty="0"/>
              <a:t>2014: </a:t>
            </a:r>
            <a:r>
              <a:rPr lang="en" sz="2667" i="1" dirty="0">
                <a:solidFill>
                  <a:schemeClr val="accent5"/>
                </a:solidFill>
              </a:rPr>
              <a:t>GoogleNet</a:t>
            </a:r>
            <a:r>
              <a:rPr lang="en" sz="2667" dirty="0"/>
              <a:t> reaches 93.3% accuracy in top-5 category prediction</a:t>
            </a:r>
            <a:endParaRPr sz="2667" dirty="0"/>
          </a:p>
          <a:p>
            <a:pPr lvl="1" indent="-474121">
              <a:buSzPts val="2000"/>
            </a:pPr>
            <a:r>
              <a:rPr lang="en" sz="2667" i="1" dirty="0"/>
              <a:t>Really expert </a:t>
            </a:r>
            <a:r>
              <a:rPr lang="en" sz="2667" dirty="0"/>
              <a:t> humans usually get to around 95%</a:t>
            </a:r>
            <a:endParaRPr sz="2667" dirty="0"/>
          </a:p>
          <a:p>
            <a:pPr lvl="1" indent="-474121">
              <a:buSzPts val="2000"/>
            </a:pPr>
            <a:r>
              <a:rPr lang="en" sz="2667" dirty="0"/>
              <a:t>Ordinary people do much worse!</a:t>
            </a:r>
            <a:br>
              <a:rPr lang="en" sz="2667" dirty="0"/>
            </a:br>
            <a:endParaRPr sz="2667" dirty="0"/>
          </a:p>
          <a:p>
            <a:pPr indent="-474121">
              <a:buSzPts val="2000"/>
            </a:pPr>
            <a:r>
              <a:rPr lang="en" sz="2667" dirty="0"/>
              <a:t>2021: State of the arts reaches above 97.5% accuracy</a:t>
            </a:r>
            <a:endParaRPr sz="2667" dirty="0"/>
          </a:p>
          <a:p>
            <a:pPr lvl="1" indent="-474121">
              <a:buSzPts val="2000"/>
            </a:pPr>
            <a:r>
              <a:rPr lang="en" sz="2667" dirty="0"/>
              <a:t>Hence the term “better than human vision”</a:t>
            </a:r>
            <a:endParaRPr sz="2667" dirty="0"/>
          </a:p>
        </p:txBody>
      </p:sp>
      <p:sp>
        <p:nvSpPr>
          <p:cNvPr id="169" name="Google Shape;169;p32"/>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a:bodyPr>
          <a:lstStyle/>
          <a:p>
            <a:pPr>
              <a:buSzPts val="990"/>
            </a:pPr>
            <a:r>
              <a:rPr lang="en" sz="3227">
                <a:solidFill>
                  <a:srgbClr val="F6B26B"/>
                </a:solidFill>
              </a:rPr>
              <a:t>ILSVRC</a:t>
            </a:r>
            <a:r>
              <a:rPr lang="en" sz="3227"/>
              <a:t>: ImageNet Large Scale Visual Recognition Challenge</a:t>
            </a:r>
            <a:endParaRPr sz="3227"/>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
                                            <p:txEl>
                                              <p:pRg st="0" end="0"/>
                                            </p:txEl>
                                          </p:spTgt>
                                        </p:tgtEl>
                                        <p:attrNameLst>
                                          <p:attrName>style.visibility</p:attrName>
                                        </p:attrNameLst>
                                      </p:cBhvr>
                                      <p:to>
                                        <p:strVal val="visible"/>
                                      </p:to>
                                    </p:set>
                                    <p:animEffect transition="in" filter="fade">
                                      <p:cBhvr>
                                        <p:cTn id="7" dur="1000"/>
                                        <p:tgtEl>
                                          <p:spTgt spid="16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8">
                                            <p:txEl>
                                              <p:pRg st="1" end="1"/>
                                            </p:txEl>
                                          </p:spTgt>
                                        </p:tgtEl>
                                        <p:attrNameLst>
                                          <p:attrName>style.visibility</p:attrName>
                                        </p:attrNameLst>
                                      </p:cBhvr>
                                      <p:to>
                                        <p:strVal val="visible"/>
                                      </p:to>
                                    </p:set>
                                    <p:animEffect transition="in" filter="fade">
                                      <p:cBhvr>
                                        <p:cTn id="12" dur="1000"/>
                                        <p:tgtEl>
                                          <p:spTgt spid="16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68">
                                            <p:txEl>
                                              <p:pRg st="2" end="2"/>
                                            </p:txEl>
                                          </p:spTgt>
                                        </p:tgtEl>
                                        <p:attrNameLst>
                                          <p:attrName>style.visibility</p:attrName>
                                        </p:attrNameLst>
                                      </p:cBhvr>
                                      <p:to>
                                        <p:strVal val="visible"/>
                                      </p:to>
                                    </p:set>
                                    <p:animEffect transition="in" filter="fade">
                                      <p:cBhvr>
                                        <p:cTn id="17" dur="1000"/>
                                        <p:tgtEl>
                                          <p:spTgt spid="16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8">
                                            <p:txEl>
                                              <p:pRg st="3" end="3"/>
                                            </p:txEl>
                                          </p:spTgt>
                                        </p:tgtEl>
                                        <p:attrNameLst>
                                          <p:attrName>style.visibility</p:attrName>
                                        </p:attrNameLst>
                                      </p:cBhvr>
                                      <p:to>
                                        <p:strVal val="visible"/>
                                      </p:to>
                                    </p:set>
                                    <p:animEffect transition="in" filter="fade">
                                      <p:cBhvr>
                                        <p:cTn id="22" dur="1000"/>
                                        <p:tgtEl>
                                          <p:spTgt spid="16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8">
                                            <p:txEl>
                                              <p:pRg st="4" end="4"/>
                                            </p:txEl>
                                          </p:spTgt>
                                        </p:tgtEl>
                                        <p:attrNameLst>
                                          <p:attrName>style.visibility</p:attrName>
                                        </p:attrNameLst>
                                      </p:cBhvr>
                                      <p:to>
                                        <p:strVal val="visible"/>
                                      </p:to>
                                    </p:set>
                                    <p:animEffect transition="in" filter="fade">
                                      <p:cBhvr>
                                        <p:cTn id="27" dur="1000"/>
                                        <p:tgtEl>
                                          <p:spTgt spid="16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8">
                                            <p:txEl>
                                              <p:pRg st="5" end="5"/>
                                            </p:txEl>
                                          </p:spTgt>
                                        </p:tgtEl>
                                        <p:attrNameLst>
                                          <p:attrName>style.visibility</p:attrName>
                                        </p:attrNameLst>
                                      </p:cBhvr>
                                      <p:to>
                                        <p:strVal val="visible"/>
                                      </p:to>
                                    </p:set>
                                    <p:animEffect transition="in" filter="fade">
                                      <p:cBhvr>
                                        <p:cTn id="32" dur="1000"/>
                                        <p:tgtEl>
                                          <p:spTgt spid="16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68">
                                            <p:txEl>
                                              <p:pRg st="6" end="6"/>
                                            </p:txEl>
                                          </p:spTgt>
                                        </p:tgtEl>
                                        <p:attrNameLst>
                                          <p:attrName>style.visibility</p:attrName>
                                        </p:attrNameLst>
                                      </p:cBhvr>
                                      <p:to>
                                        <p:strVal val="visible"/>
                                      </p:to>
                                    </p:set>
                                    <p:animEffect transition="in" filter="fade">
                                      <p:cBhvr>
                                        <p:cTn id="37" dur="1000"/>
                                        <p:tgtEl>
                                          <p:spTgt spid="16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3"/>
          <p:cNvSpPr txBox="1">
            <a:spLocks noGrp="1"/>
          </p:cNvSpPr>
          <p:nvPr>
            <p:ph type="title"/>
          </p:nvPr>
        </p:nvSpPr>
        <p:spPr>
          <a:xfrm>
            <a:off x="415600" y="390167"/>
            <a:ext cx="11360800" cy="763600"/>
          </a:xfrm>
          <a:prstGeom prst="rect">
            <a:avLst/>
          </a:prstGeom>
        </p:spPr>
        <p:txBody>
          <a:bodyPr spcFirstLastPara="1" vert="horz" wrap="square" lIns="121900" tIns="121900" rIns="121900" bIns="121900" rtlCol="0" anchor="t" anchorCtr="0">
            <a:normAutofit fontScale="90000"/>
          </a:bodyPr>
          <a:lstStyle/>
          <a:p>
            <a:r>
              <a:rPr lang="en"/>
              <a:t>Convolutional Neural Networks</a:t>
            </a:r>
            <a:endParaRPr/>
          </a:p>
        </p:txBody>
      </p:sp>
      <p:sp>
        <p:nvSpPr>
          <p:cNvPr id="175" name="Google Shape;175;p33"/>
          <p:cNvSpPr txBox="1"/>
          <p:nvPr/>
        </p:nvSpPr>
        <p:spPr>
          <a:xfrm>
            <a:off x="787833" y="6427200"/>
            <a:ext cx="9226400" cy="430847"/>
          </a:xfrm>
          <a:prstGeom prst="rect">
            <a:avLst/>
          </a:prstGeom>
          <a:noFill/>
          <a:ln>
            <a:noFill/>
          </a:ln>
        </p:spPr>
        <p:txBody>
          <a:bodyPr spcFirstLastPara="1" wrap="square" lIns="121900" tIns="121900" rIns="121900" bIns="121900" anchor="t" anchorCtr="0">
            <a:spAutoFit/>
          </a:bodyPr>
          <a:lstStyle/>
          <a:p>
            <a:r>
              <a:rPr lang="en" sz="1200">
                <a:solidFill>
                  <a:srgbClr val="888888"/>
                </a:solidFill>
                <a:latin typeface="Questrial"/>
                <a:ea typeface="Questrial"/>
                <a:cs typeface="Questrial"/>
                <a:sym typeface="Questrial"/>
              </a:rPr>
              <a:t>https://towardsdatascience.com/a-comprehensive-guide-to-convolutional-neural-networks-the-eli5-way-3bd2b1164a53</a:t>
            </a:r>
            <a:endParaRPr sz="1200">
              <a:solidFill>
                <a:srgbClr val="888888"/>
              </a:solidFill>
              <a:latin typeface="Questrial"/>
              <a:ea typeface="Questrial"/>
              <a:cs typeface="Questrial"/>
              <a:sym typeface="Questrial"/>
            </a:endParaRPr>
          </a:p>
        </p:txBody>
      </p:sp>
      <p:pic>
        <p:nvPicPr>
          <p:cNvPr id="176" name="Google Shape;176;p33"/>
          <p:cNvPicPr preferRelativeResize="0"/>
          <p:nvPr/>
        </p:nvPicPr>
        <p:blipFill>
          <a:blip r:embed="rId3">
            <a:alphaModFix/>
          </a:blip>
          <a:stretch>
            <a:fillRect/>
          </a:stretch>
        </p:blipFill>
        <p:spPr>
          <a:xfrm>
            <a:off x="1190484" y="1178306"/>
            <a:ext cx="9811032" cy="524889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Key Concepts</a:t>
            </a:r>
            <a:endParaRPr/>
          </a:p>
        </p:txBody>
      </p:sp>
      <p:sp>
        <p:nvSpPr>
          <p:cNvPr id="199" name="Google Shape;199;p36"/>
          <p:cNvSpPr txBox="1">
            <a:spLocks noGrp="1"/>
          </p:cNvSpPr>
          <p:nvPr>
            <p:ph type="body" idx="1"/>
          </p:nvPr>
        </p:nvSpPr>
        <p:spPr>
          <a:xfrm>
            <a:off x="415600" y="1418500"/>
            <a:ext cx="3748800" cy="4662800"/>
          </a:xfrm>
          <a:prstGeom prst="rect">
            <a:avLst/>
          </a:prstGeom>
        </p:spPr>
        <p:txBody>
          <a:bodyPr spcFirstLastPara="1" vert="horz" wrap="square" lIns="121900" tIns="121900" rIns="121900" bIns="121900" rtlCol="0" anchor="t" anchorCtr="0">
            <a:normAutofit/>
          </a:bodyPr>
          <a:lstStyle/>
          <a:p>
            <a:pPr indent="0">
              <a:lnSpc>
                <a:spcPct val="150000"/>
              </a:lnSpc>
              <a:spcBef>
                <a:spcPts val="853"/>
              </a:spcBef>
              <a:buNone/>
            </a:pPr>
            <a:endParaRPr sz="2667"/>
          </a:p>
          <a:p>
            <a:pPr indent="-474121">
              <a:lnSpc>
                <a:spcPct val="150000"/>
              </a:lnSpc>
              <a:spcBef>
                <a:spcPts val="2133"/>
              </a:spcBef>
              <a:buSzPts val="2000"/>
            </a:pPr>
            <a:r>
              <a:rPr lang="en" sz="2667"/>
              <a:t>Convolution layers</a:t>
            </a:r>
            <a:br>
              <a:rPr lang="en" sz="2667"/>
            </a:br>
            <a:endParaRPr sz="2667"/>
          </a:p>
          <a:p>
            <a:pPr indent="-474121">
              <a:lnSpc>
                <a:spcPct val="150000"/>
              </a:lnSpc>
              <a:buSzPts val="2000"/>
            </a:pPr>
            <a:r>
              <a:rPr lang="en" sz="2667"/>
              <a:t>Pooling layers</a:t>
            </a:r>
            <a:br>
              <a:rPr lang="en" sz="2667"/>
            </a:br>
            <a:endParaRPr sz="2667"/>
          </a:p>
          <a:p>
            <a:pPr indent="-474121">
              <a:lnSpc>
                <a:spcPct val="150000"/>
              </a:lnSpc>
              <a:buSzPts val="2000"/>
            </a:pPr>
            <a:r>
              <a:rPr lang="en" sz="2667"/>
              <a:t>Dense layers</a:t>
            </a:r>
            <a:endParaRPr sz="2667"/>
          </a:p>
        </p:txBody>
      </p:sp>
      <p:pic>
        <p:nvPicPr>
          <p:cNvPr id="200" name="Google Shape;200;p36"/>
          <p:cNvPicPr preferRelativeResize="0"/>
          <p:nvPr/>
        </p:nvPicPr>
        <p:blipFill>
          <a:blip r:embed="rId3">
            <a:alphaModFix/>
          </a:blip>
          <a:stretch>
            <a:fillRect/>
          </a:stretch>
        </p:blipFill>
        <p:spPr>
          <a:xfrm>
            <a:off x="4522463" y="1809467"/>
            <a:ext cx="7253932" cy="388086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9">
                                            <p:txEl>
                                              <p:pRg st="1" end="1"/>
                                            </p:txEl>
                                          </p:spTgt>
                                        </p:tgtEl>
                                        <p:attrNameLst>
                                          <p:attrName>style.visibility</p:attrName>
                                        </p:attrNameLst>
                                      </p:cBhvr>
                                      <p:to>
                                        <p:strVal val="visible"/>
                                      </p:to>
                                    </p:set>
                                    <p:animEffect transition="in" filter="fade">
                                      <p:cBhvr>
                                        <p:cTn id="7" dur="1000"/>
                                        <p:tgtEl>
                                          <p:spTgt spid="19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9">
                                            <p:txEl>
                                              <p:pRg st="2" end="2"/>
                                            </p:txEl>
                                          </p:spTgt>
                                        </p:tgtEl>
                                        <p:attrNameLst>
                                          <p:attrName>style.visibility</p:attrName>
                                        </p:attrNameLst>
                                      </p:cBhvr>
                                      <p:to>
                                        <p:strVal val="visible"/>
                                      </p:to>
                                    </p:set>
                                    <p:animEffect transition="in" filter="fade">
                                      <p:cBhvr>
                                        <p:cTn id="12" dur="1000"/>
                                        <p:tgtEl>
                                          <p:spTgt spid="19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9">
                                            <p:txEl>
                                              <p:pRg st="3" end="3"/>
                                            </p:txEl>
                                          </p:spTgt>
                                        </p:tgtEl>
                                        <p:attrNameLst>
                                          <p:attrName>style.visibility</p:attrName>
                                        </p:attrNameLst>
                                      </p:cBhvr>
                                      <p:to>
                                        <p:strVal val="visible"/>
                                      </p:to>
                                    </p:set>
                                    <p:animEffect transition="in" filter="fade">
                                      <p:cBhvr>
                                        <p:cTn id="17" dur="1000"/>
                                        <p:tgtEl>
                                          <p:spTgt spid="1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7"/>
          <p:cNvSpPr/>
          <p:nvPr/>
        </p:nvSpPr>
        <p:spPr>
          <a:xfrm>
            <a:off x="3883433" y="3387700"/>
            <a:ext cx="2212400" cy="21484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06" name="Google Shape;206;p37"/>
          <p:cNvSpPr txBox="1">
            <a:spLocks noGrp="1"/>
          </p:cNvSpPr>
          <p:nvPr>
            <p:ph type="body" idx="1"/>
          </p:nvPr>
        </p:nvSpPr>
        <p:spPr>
          <a:xfrm>
            <a:off x="415600" y="1418500"/>
            <a:ext cx="11020000" cy="1684000"/>
          </a:xfrm>
          <a:prstGeom prst="rect">
            <a:avLst/>
          </a:prstGeom>
        </p:spPr>
        <p:txBody>
          <a:bodyPr spcFirstLastPara="1" vert="horz" wrap="square" lIns="121900" tIns="121900" rIns="121900" bIns="121900" rtlCol="0" anchor="t" anchorCtr="0">
            <a:normAutofit fontScale="77500" lnSpcReduction="20000"/>
          </a:bodyPr>
          <a:lstStyle/>
          <a:p>
            <a:pPr indent="-461422">
              <a:lnSpc>
                <a:spcPct val="150000"/>
              </a:lnSpc>
              <a:spcBef>
                <a:spcPts val="853"/>
              </a:spcBef>
              <a:buSzPct val="100000"/>
            </a:pPr>
            <a:r>
              <a:rPr lang="en" sz="2667"/>
              <a:t>Move a window over the input neurons (pixels), extract features</a:t>
            </a:r>
            <a:endParaRPr sz="2667"/>
          </a:p>
          <a:p>
            <a:pPr lvl="1" indent="-461422">
              <a:lnSpc>
                <a:spcPct val="150000"/>
              </a:lnSpc>
              <a:buSzPct val="100000"/>
            </a:pPr>
            <a:r>
              <a:rPr lang="en" sz="2667"/>
              <a:t>The weights are the same (e.g. </a:t>
            </a:r>
            <a:r>
              <a:rPr lang="en" sz="2667">
                <a:solidFill>
                  <a:schemeClr val="accent5"/>
                </a:solidFill>
              </a:rPr>
              <a:t>shared</a:t>
            </a:r>
            <a:r>
              <a:rPr lang="en" sz="2667"/>
              <a:t>) for all filters</a:t>
            </a:r>
            <a:endParaRPr sz="2667"/>
          </a:p>
          <a:p>
            <a:pPr lvl="1" indent="-461422">
              <a:lnSpc>
                <a:spcPct val="150000"/>
              </a:lnSpc>
              <a:buSzPct val="100000"/>
            </a:pPr>
            <a:r>
              <a:rPr lang="en" sz="2667">
                <a:solidFill>
                  <a:schemeClr val="accent1"/>
                </a:solidFill>
              </a:rPr>
              <a:t>Stride</a:t>
            </a:r>
            <a:r>
              <a:rPr lang="en" sz="2667"/>
              <a:t> can be 1, 2 or more (to be tuned)</a:t>
            </a:r>
            <a:endParaRPr sz="2667"/>
          </a:p>
        </p:txBody>
      </p:sp>
      <p:sp>
        <p:nvSpPr>
          <p:cNvPr id="207" name="Google Shape;207;p37"/>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Convolution Layer</a:t>
            </a:r>
            <a:endParaRPr/>
          </a:p>
        </p:txBody>
      </p:sp>
      <p:sp>
        <p:nvSpPr>
          <p:cNvPr id="208" name="Google Shape;208;p37"/>
          <p:cNvSpPr/>
          <p:nvPr/>
        </p:nvSpPr>
        <p:spPr>
          <a:xfrm>
            <a:off x="975000"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09" name="Google Shape;209;p37"/>
          <p:cNvSpPr/>
          <p:nvPr/>
        </p:nvSpPr>
        <p:spPr>
          <a:xfrm>
            <a:off x="1391367"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0" name="Google Shape;210;p37"/>
          <p:cNvSpPr/>
          <p:nvPr/>
        </p:nvSpPr>
        <p:spPr>
          <a:xfrm>
            <a:off x="1807733"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1" name="Google Shape;211;p37"/>
          <p:cNvSpPr/>
          <p:nvPr/>
        </p:nvSpPr>
        <p:spPr>
          <a:xfrm>
            <a:off x="2224100"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2" name="Google Shape;212;p37"/>
          <p:cNvSpPr/>
          <p:nvPr/>
        </p:nvSpPr>
        <p:spPr>
          <a:xfrm>
            <a:off x="2640467"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3" name="Google Shape;213;p37"/>
          <p:cNvSpPr/>
          <p:nvPr/>
        </p:nvSpPr>
        <p:spPr>
          <a:xfrm>
            <a:off x="3056833"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4" name="Google Shape;214;p37"/>
          <p:cNvSpPr/>
          <p:nvPr/>
        </p:nvSpPr>
        <p:spPr>
          <a:xfrm>
            <a:off x="975000" y="40346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5" name="Google Shape;215;p37"/>
          <p:cNvSpPr/>
          <p:nvPr/>
        </p:nvSpPr>
        <p:spPr>
          <a:xfrm>
            <a:off x="1391367"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6" name="Google Shape;216;p37"/>
          <p:cNvSpPr/>
          <p:nvPr/>
        </p:nvSpPr>
        <p:spPr>
          <a:xfrm>
            <a:off x="1807733"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7" name="Google Shape;217;p37"/>
          <p:cNvSpPr/>
          <p:nvPr/>
        </p:nvSpPr>
        <p:spPr>
          <a:xfrm>
            <a:off x="2224100"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8" name="Google Shape;218;p37"/>
          <p:cNvSpPr/>
          <p:nvPr/>
        </p:nvSpPr>
        <p:spPr>
          <a:xfrm>
            <a:off x="2640467"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19" name="Google Shape;219;p37"/>
          <p:cNvSpPr/>
          <p:nvPr/>
        </p:nvSpPr>
        <p:spPr>
          <a:xfrm>
            <a:off x="3056833" y="40346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0" name="Google Shape;220;p37"/>
          <p:cNvSpPr/>
          <p:nvPr/>
        </p:nvSpPr>
        <p:spPr>
          <a:xfrm>
            <a:off x="975000"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1" name="Google Shape;221;p37"/>
          <p:cNvSpPr/>
          <p:nvPr/>
        </p:nvSpPr>
        <p:spPr>
          <a:xfrm>
            <a:off x="1391367"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2" name="Google Shape;222;p37"/>
          <p:cNvSpPr/>
          <p:nvPr/>
        </p:nvSpPr>
        <p:spPr>
          <a:xfrm>
            <a:off x="1807733"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3" name="Google Shape;223;p37"/>
          <p:cNvSpPr/>
          <p:nvPr/>
        </p:nvSpPr>
        <p:spPr>
          <a:xfrm>
            <a:off x="2224100" y="45325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4" name="Google Shape;224;p37"/>
          <p:cNvSpPr/>
          <p:nvPr/>
        </p:nvSpPr>
        <p:spPr>
          <a:xfrm>
            <a:off x="2640467"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5" name="Google Shape;225;p37"/>
          <p:cNvSpPr/>
          <p:nvPr/>
        </p:nvSpPr>
        <p:spPr>
          <a:xfrm>
            <a:off x="3056833"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6" name="Google Shape;226;p37"/>
          <p:cNvSpPr/>
          <p:nvPr/>
        </p:nvSpPr>
        <p:spPr>
          <a:xfrm>
            <a:off x="975000"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7" name="Google Shape;227;p37"/>
          <p:cNvSpPr/>
          <p:nvPr/>
        </p:nvSpPr>
        <p:spPr>
          <a:xfrm>
            <a:off x="1391367"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8" name="Google Shape;228;p37"/>
          <p:cNvSpPr/>
          <p:nvPr/>
        </p:nvSpPr>
        <p:spPr>
          <a:xfrm>
            <a:off x="1807733" y="50304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29" name="Google Shape;229;p37"/>
          <p:cNvSpPr/>
          <p:nvPr/>
        </p:nvSpPr>
        <p:spPr>
          <a:xfrm>
            <a:off x="2224100"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30" name="Google Shape;230;p37"/>
          <p:cNvSpPr/>
          <p:nvPr/>
        </p:nvSpPr>
        <p:spPr>
          <a:xfrm>
            <a:off x="2640467"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31" name="Google Shape;231;p37"/>
          <p:cNvSpPr/>
          <p:nvPr/>
        </p:nvSpPr>
        <p:spPr>
          <a:xfrm>
            <a:off x="3056833"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32" name="Google Shape;232;p37"/>
          <p:cNvSpPr/>
          <p:nvPr/>
        </p:nvSpPr>
        <p:spPr>
          <a:xfrm>
            <a:off x="975000"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33" name="Google Shape;233;p37"/>
          <p:cNvSpPr/>
          <p:nvPr/>
        </p:nvSpPr>
        <p:spPr>
          <a:xfrm>
            <a:off x="1391367" y="55283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34" name="Google Shape;234;p37"/>
          <p:cNvSpPr/>
          <p:nvPr/>
        </p:nvSpPr>
        <p:spPr>
          <a:xfrm>
            <a:off x="1807733"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35" name="Google Shape;235;p37"/>
          <p:cNvSpPr/>
          <p:nvPr/>
        </p:nvSpPr>
        <p:spPr>
          <a:xfrm>
            <a:off x="2224100"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36" name="Google Shape;236;p37"/>
          <p:cNvSpPr/>
          <p:nvPr/>
        </p:nvSpPr>
        <p:spPr>
          <a:xfrm>
            <a:off x="2640467"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37" name="Google Shape;237;p37"/>
          <p:cNvSpPr/>
          <p:nvPr/>
        </p:nvSpPr>
        <p:spPr>
          <a:xfrm>
            <a:off x="3056833"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38" name="Google Shape;238;p37"/>
          <p:cNvSpPr/>
          <p:nvPr/>
        </p:nvSpPr>
        <p:spPr>
          <a:xfrm>
            <a:off x="840333" y="3429009"/>
            <a:ext cx="1415200" cy="1549200"/>
          </a:xfrm>
          <a:prstGeom prst="roundRect">
            <a:avLst>
              <a:gd name="adj" fmla="val 16667"/>
            </a:avLst>
          </a:prstGeom>
          <a:noFill/>
          <a:ln w="19050" cap="flat" cmpd="sng">
            <a:solidFill>
              <a:schemeClr val="accent4"/>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sp>
        <p:nvSpPr>
          <p:cNvPr id="239" name="Google Shape;239;p37"/>
          <p:cNvSpPr/>
          <p:nvPr/>
        </p:nvSpPr>
        <p:spPr>
          <a:xfrm>
            <a:off x="4069767" y="3588743"/>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nvGrpSpPr>
          <p:cNvPr id="240" name="Google Shape;240;p37"/>
          <p:cNvGrpSpPr/>
          <p:nvPr/>
        </p:nvGrpSpPr>
        <p:grpSpPr>
          <a:xfrm>
            <a:off x="1025234" y="3644692"/>
            <a:ext cx="3044533" cy="1059275"/>
            <a:chOff x="781325" y="2142969"/>
            <a:chExt cx="2283400" cy="794456"/>
          </a:xfrm>
        </p:grpSpPr>
        <p:cxnSp>
          <p:nvCxnSpPr>
            <p:cNvPr id="241" name="Google Shape;241;p37"/>
            <p:cNvCxnSpPr/>
            <p:nvPr/>
          </p:nvCxnSpPr>
          <p:spPr>
            <a:xfrm>
              <a:off x="781325" y="2179325"/>
              <a:ext cx="2271000" cy="78000"/>
            </a:xfrm>
            <a:prstGeom prst="straightConnector1">
              <a:avLst/>
            </a:prstGeom>
            <a:noFill/>
            <a:ln w="9525" cap="flat" cmpd="sng">
              <a:solidFill>
                <a:schemeClr val="accent4"/>
              </a:solidFill>
              <a:prstDash val="solid"/>
              <a:round/>
              <a:headEnd type="none" w="med" len="med"/>
              <a:tailEnd type="triangle" w="med" len="med"/>
            </a:ln>
          </p:spPr>
        </p:cxnSp>
        <p:cxnSp>
          <p:nvCxnSpPr>
            <p:cNvPr id="242" name="Google Shape;242;p37"/>
            <p:cNvCxnSpPr/>
            <p:nvPr/>
          </p:nvCxnSpPr>
          <p:spPr>
            <a:xfrm>
              <a:off x="1112225" y="2154425"/>
              <a:ext cx="1940100" cy="102900"/>
            </a:xfrm>
            <a:prstGeom prst="straightConnector1">
              <a:avLst/>
            </a:prstGeom>
            <a:noFill/>
            <a:ln w="9525" cap="flat" cmpd="sng">
              <a:solidFill>
                <a:schemeClr val="accent4"/>
              </a:solidFill>
              <a:prstDash val="solid"/>
              <a:round/>
              <a:headEnd type="none" w="med" len="med"/>
              <a:tailEnd type="triangle" w="med" len="med"/>
            </a:ln>
          </p:spPr>
        </p:cxnSp>
        <p:cxnSp>
          <p:nvCxnSpPr>
            <p:cNvPr id="243" name="Google Shape;243;p37"/>
            <p:cNvCxnSpPr/>
            <p:nvPr/>
          </p:nvCxnSpPr>
          <p:spPr>
            <a:xfrm>
              <a:off x="1504425" y="2142969"/>
              <a:ext cx="1560300" cy="145800"/>
            </a:xfrm>
            <a:prstGeom prst="straightConnector1">
              <a:avLst/>
            </a:prstGeom>
            <a:noFill/>
            <a:ln w="9525" cap="flat" cmpd="sng">
              <a:solidFill>
                <a:schemeClr val="accent4"/>
              </a:solidFill>
              <a:prstDash val="solid"/>
              <a:round/>
              <a:headEnd type="none" w="med" len="med"/>
              <a:tailEnd type="triangle" w="med" len="med"/>
            </a:ln>
          </p:spPr>
        </p:cxnSp>
        <p:cxnSp>
          <p:nvCxnSpPr>
            <p:cNvPr id="244" name="Google Shape;244;p37"/>
            <p:cNvCxnSpPr/>
            <p:nvPr/>
          </p:nvCxnSpPr>
          <p:spPr>
            <a:xfrm rot="10800000" flipH="1">
              <a:off x="857525" y="2257325"/>
              <a:ext cx="2194800" cy="303000"/>
            </a:xfrm>
            <a:prstGeom prst="straightConnector1">
              <a:avLst/>
            </a:prstGeom>
            <a:noFill/>
            <a:ln w="9525" cap="flat" cmpd="sng">
              <a:solidFill>
                <a:schemeClr val="accent4"/>
              </a:solidFill>
              <a:prstDash val="solid"/>
              <a:round/>
              <a:headEnd type="none" w="med" len="med"/>
              <a:tailEnd type="triangle" w="med" len="med"/>
            </a:ln>
          </p:spPr>
        </p:cxnSp>
        <p:cxnSp>
          <p:nvCxnSpPr>
            <p:cNvPr id="245" name="Google Shape;245;p37"/>
            <p:cNvCxnSpPr/>
            <p:nvPr/>
          </p:nvCxnSpPr>
          <p:spPr>
            <a:xfrm rot="10800000" flipH="1">
              <a:off x="1174325" y="2257325"/>
              <a:ext cx="1878000" cy="339600"/>
            </a:xfrm>
            <a:prstGeom prst="straightConnector1">
              <a:avLst/>
            </a:prstGeom>
            <a:noFill/>
            <a:ln w="9525" cap="flat" cmpd="sng">
              <a:solidFill>
                <a:schemeClr val="accent4"/>
              </a:solidFill>
              <a:prstDash val="solid"/>
              <a:round/>
              <a:headEnd type="none" w="med" len="med"/>
              <a:tailEnd type="triangle" w="med" len="med"/>
            </a:ln>
          </p:spPr>
        </p:cxnSp>
        <p:cxnSp>
          <p:nvCxnSpPr>
            <p:cNvPr id="246" name="Google Shape;246;p37"/>
            <p:cNvCxnSpPr/>
            <p:nvPr/>
          </p:nvCxnSpPr>
          <p:spPr>
            <a:xfrm rot="10800000" flipH="1">
              <a:off x="1493825" y="2257325"/>
              <a:ext cx="1558500" cy="375300"/>
            </a:xfrm>
            <a:prstGeom prst="straightConnector1">
              <a:avLst/>
            </a:prstGeom>
            <a:noFill/>
            <a:ln w="9525" cap="flat" cmpd="sng">
              <a:solidFill>
                <a:schemeClr val="accent4"/>
              </a:solidFill>
              <a:prstDash val="solid"/>
              <a:round/>
              <a:headEnd type="none" w="med" len="med"/>
              <a:tailEnd type="triangle" w="med" len="med"/>
            </a:ln>
          </p:spPr>
        </p:cxnSp>
        <p:cxnSp>
          <p:nvCxnSpPr>
            <p:cNvPr id="247" name="Google Shape;247;p37"/>
            <p:cNvCxnSpPr/>
            <p:nvPr/>
          </p:nvCxnSpPr>
          <p:spPr>
            <a:xfrm rot="10800000" flipH="1">
              <a:off x="857525" y="2257325"/>
              <a:ext cx="2194800" cy="657300"/>
            </a:xfrm>
            <a:prstGeom prst="straightConnector1">
              <a:avLst/>
            </a:prstGeom>
            <a:noFill/>
            <a:ln w="9525" cap="flat" cmpd="sng">
              <a:solidFill>
                <a:schemeClr val="accent4"/>
              </a:solidFill>
              <a:prstDash val="solid"/>
              <a:round/>
              <a:headEnd type="none" w="med" len="med"/>
              <a:tailEnd type="triangle" w="med" len="med"/>
            </a:ln>
          </p:spPr>
        </p:cxnSp>
        <p:cxnSp>
          <p:nvCxnSpPr>
            <p:cNvPr id="248" name="Google Shape;248;p37"/>
            <p:cNvCxnSpPr/>
            <p:nvPr/>
          </p:nvCxnSpPr>
          <p:spPr>
            <a:xfrm rot="10800000" flipH="1">
              <a:off x="1098125" y="2257325"/>
              <a:ext cx="1954200" cy="644400"/>
            </a:xfrm>
            <a:prstGeom prst="straightConnector1">
              <a:avLst/>
            </a:prstGeom>
            <a:noFill/>
            <a:ln w="9525" cap="flat" cmpd="sng">
              <a:solidFill>
                <a:schemeClr val="accent4"/>
              </a:solidFill>
              <a:prstDash val="solid"/>
              <a:round/>
              <a:headEnd type="none" w="med" len="med"/>
              <a:tailEnd type="triangle" w="med" len="med"/>
            </a:ln>
          </p:spPr>
        </p:cxnSp>
        <p:cxnSp>
          <p:nvCxnSpPr>
            <p:cNvPr id="249" name="Google Shape;249;p37"/>
            <p:cNvCxnSpPr/>
            <p:nvPr/>
          </p:nvCxnSpPr>
          <p:spPr>
            <a:xfrm rot="10800000" flipH="1">
              <a:off x="1493825" y="2257325"/>
              <a:ext cx="1558500" cy="680100"/>
            </a:xfrm>
            <a:prstGeom prst="straightConnector1">
              <a:avLst/>
            </a:prstGeom>
            <a:noFill/>
            <a:ln w="9525" cap="flat" cmpd="sng">
              <a:solidFill>
                <a:schemeClr val="accent4"/>
              </a:solidFill>
              <a:prstDash val="solid"/>
              <a:round/>
              <a:headEnd type="none" w="med" len="med"/>
              <a:tailEnd type="triangle" w="med" len="med"/>
            </a:ln>
          </p:spPr>
        </p:cxnSp>
      </p:grpSp>
      <p:sp>
        <p:nvSpPr>
          <p:cNvPr id="250" name="Google Shape;250;p37"/>
          <p:cNvSpPr/>
          <p:nvPr/>
        </p:nvSpPr>
        <p:spPr>
          <a:xfrm>
            <a:off x="1330533" y="3448485"/>
            <a:ext cx="1415200" cy="1549200"/>
          </a:xfrm>
          <a:prstGeom prst="roundRect">
            <a:avLst>
              <a:gd name="adj" fmla="val 16667"/>
            </a:avLst>
          </a:prstGeom>
          <a:noFill/>
          <a:ln w="19050" cap="flat" cmpd="sng">
            <a:solidFill>
              <a:schemeClr val="accent4"/>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sp>
        <p:nvSpPr>
          <p:cNvPr id="251" name="Google Shape;251;p37"/>
          <p:cNvSpPr/>
          <p:nvPr/>
        </p:nvSpPr>
        <p:spPr>
          <a:xfrm>
            <a:off x="4559967" y="3558643"/>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nvGrpSpPr>
          <p:cNvPr id="252" name="Google Shape;252;p37"/>
          <p:cNvGrpSpPr/>
          <p:nvPr/>
        </p:nvGrpSpPr>
        <p:grpSpPr>
          <a:xfrm>
            <a:off x="1531967" y="3603243"/>
            <a:ext cx="3028000" cy="1044000"/>
            <a:chOff x="793725" y="2097275"/>
            <a:chExt cx="2271000" cy="783000"/>
          </a:xfrm>
        </p:grpSpPr>
        <p:cxnSp>
          <p:nvCxnSpPr>
            <p:cNvPr id="253" name="Google Shape;253;p37"/>
            <p:cNvCxnSpPr>
              <a:endCxn id="251" idx="2"/>
            </p:cNvCxnSpPr>
            <p:nvPr/>
          </p:nvCxnSpPr>
          <p:spPr>
            <a:xfrm>
              <a:off x="793725" y="2122175"/>
              <a:ext cx="2271000" cy="78000"/>
            </a:xfrm>
            <a:prstGeom prst="straightConnector1">
              <a:avLst/>
            </a:prstGeom>
            <a:noFill/>
            <a:ln w="9525" cap="flat" cmpd="sng">
              <a:solidFill>
                <a:schemeClr val="accent4"/>
              </a:solidFill>
              <a:prstDash val="solid"/>
              <a:round/>
              <a:headEnd type="none" w="med" len="med"/>
              <a:tailEnd type="triangle" w="med" len="med"/>
            </a:ln>
          </p:spPr>
        </p:cxnSp>
        <p:cxnSp>
          <p:nvCxnSpPr>
            <p:cNvPr id="254" name="Google Shape;254;p37"/>
            <p:cNvCxnSpPr>
              <a:endCxn id="251" idx="2"/>
            </p:cNvCxnSpPr>
            <p:nvPr/>
          </p:nvCxnSpPr>
          <p:spPr>
            <a:xfrm>
              <a:off x="1124625" y="2097275"/>
              <a:ext cx="1940100" cy="102900"/>
            </a:xfrm>
            <a:prstGeom prst="straightConnector1">
              <a:avLst/>
            </a:prstGeom>
            <a:noFill/>
            <a:ln w="9525" cap="flat" cmpd="sng">
              <a:solidFill>
                <a:schemeClr val="accent4"/>
              </a:solidFill>
              <a:prstDash val="solid"/>
              <a:round/>
              <a:headEnd type="none" w="med" len="med"/>
              <a:tailEnd type="triangle" w="med" len="med"/>
            </a:ln>
          </p:spPr>
        </p:cxnSp>
        <p:cxnSp>
          <p:nvCxnSpPr>
            <p:cNvPr id="255" name="Google Shape;255;p37"/>
            <p:cNvCxnSpPr/>
            <p:nvPr/>
          </p:nvCxnSpPr>
          <p:spPr>
            <a:xfrm>
              <a:off x="1504425" y="2142969"/>
              <a:ext cx="1560300" cy="145800"/>
            </a:xfrm>
            <a:prstGeom prst="straightConnector1">
              <a:avLst/>
            </a:prstGeom>
            <a:noFill/>
            <a:ln w="9525" cap="flat" cmpd="sng">
              <a:solidFill>
                <a:schemeClr val="accent4"/>
              </a:solidFill>
              <a:prstDash val="solid"/>
              <a:round/>
              <a:headEnd type="none" w="med" len="med"/>
              <a:tailEnd type="triangle" w="med" len="med"/>
            </a:ln>
          </p:spPr>
        </p:cxnSp>
        <p:cxnSp>
          <p:nvCxnSpPr>
            <p:cNvPr id="256" name="Google Shape;256;p37"/>
            <p:cNvCxnSpPr>
              <a:endCxn id="251" idx="2"/>
            </p:cNvCxnSpPr>
            <p:nvPr/>
          </p:nvCxnSpPr>
          <p:spPr>
            <a:xfrm rot="10800000" flipH="1">
              <a:off x="869925" y="2200175"/>
              <a:ext cx="2194800" cy="303000"/>
            </a:xfrm>
            <a:prstGeom prst="straightConnector1">
              <a:avLst/>
            </a:prstGeom>
            <a:noFill/>
            <a:ln w="9525" cap="flat" cmpd="sng">
              <a:solidFill>
                <a:schemeClr val="accent4"/>
              </a:solidFill>
              <a:prstDash val="solid"/>
              <a:round/>
              <a:headEnd type="none" w="med" len="med"/>
              <a:tailEnd type="triangle" w="med" len="med"/>
            </a:ln>
          </p:spPr>
        </p:cxnSp>
        <p:cxnSp>
          <p:nvCxnSpPr>
            <p:cNvPr id="257" name="Google Shape;257;p37"/>
            <p:cNvCxnSpPr>
              <a:endCxn id="251" idx="2"/>
            </p:cNvCxnSpPr>
            <p:nvPr/>
          </p:nvCxnSpPr>
          <p:spPr>
            <a:xfrm rot="10800000" flipH="1">
              <a:off x="1186725" y="2200175"/>
              <a:ext cx="1878000" cy="339600"/>
            </a:xfrm>
            <a:prstGeom prst="straightConnector1">
              <a:avLst/>
            </a:prstGeom>
            <a:noFill/>
            <a:ln w="9525" cap="flat" cmpd="sng">
              <a:solidFill>
                <a:schemeClr val="accent4"/>
              </a:solidFill>
              <a:prstDash val="solid"/>
              <a:round/>
              <a:headEnd type="none" w="med" len="med"/>
              <a:tailEnd type="triangle" w="med" len="med"/>
            </a:ln>
          </p:spPr>
        </p:cxnSp>
        <p:cxnSp>
          <p:nvCxnSpPr>
            <p:cNvPr id="258" name="Google Shape;258;p37"/>
            <p:cNvCxnSpPr>
              <a:endCxn id="251" idx="2"/>
            </p:cNvCxnSpPr>
            <p:nvPr/>
          </p:nvCxnSpPr>
          <p:spPr>
            <a:xfrm rot="10800000" flipH="1">
              <a:off x="1506225" y="2200175"/>
              <a:ext cx="1558500" cy="375300"/>
            </a:xfrm>
            <a:prstGeom prst="straightConnector1">
              <a:avLst/>
            </a:prstGeom>
            <a:noFill/>
            <a:ln w="9525" cap="flat" cmpd="sng">
              <a:solidFill>
                <a:schemeClr val="accent4"/>
              </a:solidFill>
              <a:prstDash val="solid"/>
              <a:round/>
              <a:headEnd type="none" w="med" len="med"/>
              <a:tailEnd type="triangle" w="med" len="med"/>
            </a:ln>
          </p:spPr>
        </p:cxnSp>
        <p:cxnSp>
          <p:nvCxnSpPr>
            <p:cNvPr id="259" name="Google Shape;259;p37"/>
            <p:cNvCxnSpPr>
              <a:endCxn id="251" idx="2"/>
            </p:cNvCxnSpPr>
            <p:nvPr/>
          </p:nvCxnSpPr>
          <p:spPr>
            <a:xfrm rot="10800000" flipH="1">
              <a:off x="869925" y="2200175"/>
              <a:ext cx="2194800" cy="657300"/>
            </a:xfrm>
            <a:prstGeom prst="straightConnector1">
              <a:avLst/>
            </a:prstGeom>
            <a:noFill/>
            <a:ln w="9525" cap="flat" cmpd="sng">
              <a:solidFill>
                <a:schemeClr val="accent4"/>
              </a:solidFill>
              <a:prstDash val="solid"/>
              <a:round/>
              <a:headEnd type="none" w="med" len="med"/>
              <a:tailEnd type="triangle" w="med" len="med"/>
            </a:ln>
          </p:spPr>
        </p:cxnSp>
        <p:cxnSp>
          <p:nvCxnSpPr>
            <p:cNvPr id="260" name="Google Shape;260;p37"/>
            <p:cNvCxnSpPr>
              <a:endCxn id="251" idx="2"/>
            </p:cNvCxnSpPr>
            <p:nvPr/>
          </p:nvCxnSpPr>
          <p:spPr>
            <a:xfrm rot="10800000" flipH="1">
              <a:off x="1110525" y="2200175"/>
              <a:ext cx="1954200" cy="644400"/>
            </a:xfrm>
            <a:prstGeom prst="straightConnector1">
              <a:avLst/>
            </a:prstGeom>
            <a:noFill/>
            <a:ln w="9525" cap="flat" cmpd="sng">
              <a:solidFill>
                <a:schemeClr val="accent4"/>
              </a:solidFill>
              <a:prstDash val="solid"/>
              <a:round/>
              <a:headEnd type="none" w="med" len="med"/>
              <a:tailEnd type="triangle" w="med" len="med"/>
            </a:ln>
          </p:spPr>
        </p:cxnSp>
        <p:cxnSp>
          <p:nvCxnSpPr>
            <p:cNvPr id="261" name="Google Shape;261;p37"/>
            <p:cNvCxnSpPr>
              <a:endCxn id="251" idx="2"/>
            </p:cNvCxnSpPr>
            <p:nvPr/>
          </p:nvCxnSpPr>
          <p:spPr>
            <a:xfrm rot="10800000" flipH="1">
              <a:off x="1506225" y="2200175"/>
              <a:ext cx="1558500" cy="680100"/>
            </a:xfrm>
            <a:prstGeom prst="straightConnector1">
              <a:avLst/>
            </a:prstGeom>
            <a:noFill/>
            <a:ln w="9525" cap="flat" cmpd="sng">
              <a:solidFill>
                <a:schemeClr val="accent4"/>
              </a:solidFill>
              <a:prstDash val="solid"/>
              <a:round/>
              <a:headEnd type="none" w="med" len="med"/>
              <a:tailEnd type="triangle" w="med" len="med"/>
            </a:ln>
          </p:spPr>
        </p:cxnSp>
      </p:grpSp>
      <p:sp>
        <p:nvSpPr>
          <p:cNvPr id="262" name="Google Shape;262;p37"/>
          <p:cNvSpPr/>
          <p:nvPr/>
        </p:nvSpPr>
        <p:spPr>
          <a:xfrm>
            <a:off x="5496384" y="3536716"/>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63" name="Google Shape;263;p37"/>
          <p:cNvSpPr/>
          <p:nvPr/>
        </p:nvSpPr>
        <p:spPr>
          <a:xfrm>
            <a:off x="5492157" y="4051116"/>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64" name="Google Shape;264;p37"/>
          <p:cNvSpPr/>
          <p:nvPr/>
        </p:nvSpPr>
        <p:spPr>
          <a:xfrm>
            <a:off x="5050259" y="4051116"/>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65" name="Google Shape;265;p37"/>
          <p:cNvSpPr/>
          <p:nvPr/>
        </p:nvSpPr>
        <p:spPr>
          <a:xfrm>
            <a:off x="4577757" y="4051091"/>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66" name="Google Shape;266;p37"/>
          <p:cNvSpPr/>
          <p:nvPr/>
        </p:nvSpPr>
        <p:spPr>
          <a:xfrm>
            <a:off x="4053548" y="4051091"/>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67" name="Google Shape;267;p37"/>
          <p:cNvSpPr/>
          <p:nvPr/>
        </p:nvSpPr>
        <p:spPr>
          <a:xfrm>
            <a:off x="4053548" y="4513457"/>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68" name="Google Shape;268;p37"/>
          <p:cNvSpPr/>
          <p:nvPr/>
        </p:nvSpPr>
        <p:spPr>
          <a:xfrm>
            <a:off x="4069757" y="4975824"/>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69" name="Google Shape;269;p37"/>
          <p:cNvSpPr/>
          <p:nvPr/>
        </p:nvSpPr>
        <p:spPr>
          <a:xfrm>
            <a:off x="4577757" y="4513457"/>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70" name="Google Shape;270;p37"/>
          <p:cNvSpPr/>
          <p:nvPr/>
        </p:nvSpPr>
        <p:spPr>
          <a:xfrm>
            <a:off x="5035821" y="4513457"/>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71" name="Google Shape;271;p37"/>
          <p:cNvSpPr/>
          <p:nvPr/>
        </p:nvSpPr>
        <p:spPr>
          <a:xfrm>
            <a:off x="5481848" y="4513457"/>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272" name="Google Shape;272;p37"/>
          <p:cNvSpPr/>
          <p:nvPr/>
        </p:nvSpPr>
        <p:spPr>
          <a:xfrm>
            <a:off x="5050157" y="3536700"/>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nvGrpSpPr>
          <p:cNvPr id="273" name="Google Shape;273;p37"/>
          <p:cNvGrpSpPr/>
          <p:nvPr/>
        </p:nvGrpSpPr>
        <p:grpSpPr>
          <a:xfrm>
            <a:off x="1805484" y="3431960"/>
            <a:ext cx="3229433" cy="1549200"/>
            <a:chOff x="1150300" y="2738764"/>
            <a:chExt cx="2422075" cy="1161900"/>
          </a:xfrm>
        </p:grpSpPr>
        <p:sp>
          <p:nvSpPr>
            <p:cNvPr id="274" name="Google Shape;274;p37"/>
            <p:cNvSpPr/>
            <p:nvPr/>
          </p:nvSpPr>
          <p:spPr>
            <a:xfrm>
              <a:off x="1150300" y="2738764"/>
              <a:ext cx="1061400" cy="1161900"/>
            </a:xfrm>
            <a:prstGeom prst="roundRect">
              <a:avLst>
                <a:gd name="adj" fmla="val 16667"/>
              </a:avLst>
            </a:prstGeom>
            <a:noFill/>
            <a:ln w="19050" cap="flat" cmpd="sng">
              <a:solidFill>
                <a:schemeClr val="accent4"/>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275" name="Google Shape;275;p37"/>
            <p:cNvGrpSpPr/>
            <p:nvPr/>
          </p:nvGrpSpPr>
          <p:grpSpPr>
            <a:xfrm>
              <a:off x="1301375" y="2838556"/>
              <a:ext cx="2271000" cy="799276"/>
              <a:chOff x="793725" y="2080999"/>
              <a:chExt cx="2271000" cy="799276"/>
            </a:xfrm>
          </p:grpSpPr>
          <p:cxnSp>
            <p:nvCxnSpPr>
              <p:cNvPr id="276" name="Google Shape;276;p37"/>
              <p:cNvCxnSpPr/>
              <p:nvPr/>
            </p:nvCxnSpPr>
            <p:spPr>
              <a:xfrm>
                <a:off x="793725" y="2122175"/>
                <a:ext cx="2271000" cy="78000"/>
              </a:xfrm>
              <a:prstGeom prst="straightConnector1">
                <a:avLst/>
              </a:prstGeom>
              <a:noFill/>
              <a:ln w="9525" cap="flat" cmpd="sng">
                <a:solidFill>
                  <a:schemeClr val="accent4"/>
                </a:solidFill>
                <a:prstDash val="solid"/>
                <a:round/>
                <a:headEnd type="none" w="med" len="med"/>
                <a:tailEnd type="triangle" w="med" len="med"/>
              </a:ln>
            </p:spPr>
          </p:cxnSp>
          <p:cxnSp>
            <p:nvCxnSpPr>
              <p:cNvPr id="277" name="Google Shape;277;p37"/>
              <p:cNvCxnSpPr/>
              <p:nvPr/>
            </p:nvCxnSpPr>
            <p:spPr>
              <a:xfrm>
                <a:off x="1124625" y="2097275"/>
                <a:ext cx="1940100" cy="102900"/>
              </a:xfrm>
              <a:prstGeom prst="straightConnector1">
                <a:avLst/>
              </a:prstGeom>
              <a:noFill/>
              <a:ln w="9525" cap="flat" cmpd="sng">
                <a:solidFill>
                  <a:schemeClr val="accent4"/>
                </a:solidFill>
                <a:prstDash val="solid"/>
                <a:round/>
                <a:headEnd type="none" w="med" len="med"/>
                <a:tailEnd type="triangle" w="med" len="med"/>
              </a:ln>
            </p:spPr>
          </p:cxnSp>
          <p:cxnSp>
            <p:nvCxnSpPr>
              <p:cNvPr id="278" name="Google Shape;278;p37"/>
              <p:cNvCxnSpPr/>
              <p:nvPr/>
            </p:nvCxnSpPr>
            <p:spPr>
              <a:xfrm>
                <a:off x="1504425" y="2080999"/>
                <a:ext cx="1560300" cy="145800"/>
              </a:xfrm>
              <a:prstGeom prst="straightConnector1">
                <a:avLst/>
              </a:prstGeom>
              <a:noFill/>
              <a:ln w="9525" cap="flat" cmpd="sng">
                <a:solidFill>
                  <a:schemeClr val="accent4"/>
                </a:solidFill>
                <a:prstDash val="solid"/>
                <a:round/>
                <a:headEnd type="none" w="med" len="med"/>
                <a:tailEnd type="triangle" w="med" len="med"/>
              </a:ln>
            </p:spPr>
          </p:cxnSp>
          <p:cxnSp>
            <p:nvCxnSpPr>
              <p:cNvPr id="279" name="Google Shape;279;p37"/>
              <p:cNvCxnSpPr/>
              <p:nvPr/>
            </p:nvCxnSpPr>
            <p:spPr>
              <a:xfrm rot="10800000" flipH="1">
                <a:off x="869925" y="2200175"/>
                <a:ext cx="2194800" cy="303000"/>
              </a:xfrm>
              <a:prstGeom prst="straightConnector1">
                <a:avLst/>
              </a:prstGeom>
              <a:noFill/>
              <a:ln w="9525" cap="flat" cmpd="sng">
                <a:solidFill>
                  <a:schemeClr val="accent4"/>
                </a:solidFill>
                <a:prstDash val="solid"/>
                <a:round/>
                <a:headEnd type="none" w="med" len="med"/>
                <a:tailEnd type="triangle" w="med" len="med"/>
              </a:ln>
            </p:spPr>
          </p:cxnSp>
          <p:cxnSp>
            <p:nvCxnSpPr>
              <p:cNvPr id="280" name="Google Shape;280;p37"/>
              <p:cNvCxnSpPr/>
              <p:nvPr/>
            </p:nvCxnSpPr>
            <p:spPr>
              <a:xfrm rot="10800000" flipH="1">
                <a:off x="1186725" y="2200175"/>
                <a:ext cx="1878000" cy="339600"/>
              </a:xfrm>
              <a:prstGeom prst="straightConnector1">
                <a:avLst/>
              </a:prstGeom>
              <a:noFill/>
              <a:ln w="9525" cap="flat" cmpd="sng">
                <a:solidFill>
                  <a:schemeClr val="accent4"/>
                </a:solidFill>
                <a:prstDash val="solid"/>
                <a:round/>
                <a:headEnd type="none" w="med" len="med"/>
                <a:tailEnd type="triangle" w="med" len="med"/>
              </a:ln>
            </p:spPr>
          </p:cxnSp>
          <p:cxnSp>
            <p:nvCxnSpPr>
              <p:cNvPr id="281" name="Google Shape;281;p37"/>
              <p:cNvCxnSpPr/>
              <p:nvPr/>
            </p:nvCxnSpPr>
            <p:spPr>
              <a:xfrm rot="10800000" flipH="1">
                <a:off x="1506225" y="2200175"/>
                <a:ext cx="1558500" cy="375300"/>
              </a:xfrm>
              <a:prstGeom prst="straightConnector1">
                <a:avLst/>
              </a:prstGeom>
              <a:noFill/>
              <a:ln w="9525" cap="flat" cmpd="sng">
                <a:solidFill>
                  <a:schemeClr val="accent4"/>
                </a:solidFill>
                <a:prstDash val="solid"/>
                <a:round/>
                <a:headEnd type="none" w="med" len="med"/>
                <a:tailEnd type="triangle" w="med" len="med"/>
              </a:ln>
            </p:spPr>
          </p:cxnSp>
          <p:cxnSp>
            <p:nvCxnSpPr>
              <p:cNvPr id="282" name="Google Shape;282;p37"/>
              <p:cNvCxnSpPr/>
              <p:nvPr/>
            </p:nvCxnSpPr>
            <p:spPr>
              <a:xfrm rot="10800000" flipH="1">
                <a:off x="869925" y="2200175"/>
                <a:ext cx="2194800" cy="657300"/>
              </a:xfrm>
              <a:prstGeom prst="straightConnector1">
                <a:avLst/>
              </a:prstGeom>
              <a:noFill/>
              <a:ln w="9525" cap="flat" cmpd="sng">
                <a:solidFill>
                  <a:schemeClr val="accent4"/>
                </a:solidFill>
                <a:prstDash val="solid"/>
                <a:round/>
                <a:headEnd type="none" w="med" len="med"/>
                <a:tailEnd type="triangle" w="med" len="med"/>
              </a:ln>
            </p:spPr>
          </p:cxnSp>
          <p:cxnSp>
            <p:nvCxnSpPr>
              <p:cNvPr id="283" name="Google Shape;283;p37"/>
              <p:cNvCxnSpPr/>
              <p:nvPr/>
            </p:nvCxnSpPr>
            <p:spPr>
              <a:xfrm rot="10800000" flipH="1">
                <a:off x="1110525" y="2200175"/>
                <a:ext cx="1954200" cy="644400"/>
              </a:xfrm>
              <a:prstGeom prst="straightConnector1">
                <a:avLst/>
              </a:prstGeom>
              <a:noFill/>
              <a:ln w="9525" cap="flat" cmpd="sng">
                <a:solidFill>
                  <a:schemeClr val="accent4"/>
                </a:solidFill>
                <a:prstDash val="solid"/>
                <a:round/>
                <a:headEnd type="none" w="med" len="med"/>
                <a:tailEnd type="triangle" w="med" len="med"/>
              </a:ln>
            </p:spPr>
          </p:cxnSp>
          <p:cxnSp>
            <p:nvCxnSpPr>
              <p:cNvPr id="284" name="Google Shape;284;p37"/>
              <p:cNvCxnSpPr/>
              <p:nvPr/>
            </p:nvCxnSpPr>
            <p:spPr>
              <a:xfrm rot="10800000" flipH="1">
                <a:off x="1506225" y="2200175"/>
                <a:ext cx="1558500" cy="680100"/>
              </a:xfrm>
              <a:prstGeom prst="straightConnector1">
                <a:avLst/>
              </a:prstGeom>
              <a:noFill/>
              <a:ln w="9525" cap="flat" cmpd="sng">
                <a:solidFill>
                  <a:schemeClr val="accent4"/>
                </a:solidFill>
                <a:prstDash val="solid"/>
                <a:round/>
                <a:headEnd type="none" w="med" len="med"/>
                <a:tailEnd type="triangle" w="med" len="med"/>
              </a:ln>
            </p:spPr>
          </p:cxnSp>
        </p:grpSp>
      </p:grpSp>
      <p:grpSp>
        <p:nvGrpSpPr>
          <p:cNvPr id="285" name="Google Shape;285;p37"/>
          <p:cNvGrpSpPr/>
          <p:nvPr/>
        </p:nvGrpSpPr>
        <p:grpSpPr>
          <a:xfrm>
            <a:off x="2211884" y="3431960"/>
            <a:ext cx="3229433" cy="1549200"/>
            <a:chOff x="1150300" y="2738764"/>
            <a:chExt cx="2422075" cy="1161900"/>
          </a:xfrm>
        </p:grpSpPr>
        <p:sp>
          <p:nvSpPr>
            <p:cNvPr id="286" name="Google Shape;286;p37"/>
            <p:cNvSpPr/>
            <p:nvPr/>
          </p:nvSpPr>
          <p:spPr>
            <a:xfrm>
              <a:off x="1150300" y="2738764"/>
              <a:ext cx="1061400" cy="1161900"/>
            </a:xfrm>
            <a:prstGeom prst="roundRect">
              <a:avLst>
                <a:gd name="adj" fmla="val 16667"/>
              </a:avLst>
            </a:prstGeom>
            <a:noFill/>
            <a:ln w="19050" cap="flat" cmpd="sng">
              <a:solidFill>
                <a:schemeClr val="accent4"/>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287" name="Google Shape;287;p37"/>
            <p:cNvGrpSpPr/>
            <p:nvPr/>
          </p:nvGrpSpPr>
          <p:grpSpPr>
            <a:xfrm>
              <a:off x="1301375" y="2838556"/>
              <a:ext cx="2271000" cy="799276"/>
              <a:chOff x="793725" y="2080999"/>
              <a:chExt cx="2271000" cy="799276"/>
            </a:xfrm>
          </p:grpSpPr>
          <p:cxnSp>
            <p:nvCxnSpPr>
              <p:cNvPr id="288" name="Google Shape;288;p37"/>
              <p:cNvCxnSpPr/>
              <p:nvPr/>
            </p:nvCxnSpPr>
            <p:spPr>
              <a:xfrm>
                <a:off x="793725" y="2122175"/>
                <a:ext cx="2271000" cy="78000"/>
              </a:xfrm>
              <a:prstGeom prst="straightConnector1">
                <a:avLst/>
              </a:prstGeom>
              <a:noFill/>
              <a:ln w="9525" cap="flat" cmpd="sng">
                <a:solidFill>
                  <a:schemeClr val="accent4"/>
                </a:solidFill>
                <a:prstDash val="solid"/>
                <a:round/>
                <a:headEnd type="none" w="med" len="med"/>
                <a:tailEnd type="triangle" w="med" len="med"/>
              </a:ln>
            </p:spPr>
          </p:cxnSp>
          <p:cxnSp>
            <p:nvCxnSpPr>
              <p:cNvPr id="289" name="Google Shape;289;p37"/>
              <p:cNvCxnSpPr/>
              <p:nvPr/>
            </p:nvCxnSpPr>
            <p:spPr>
              <a:xfrm>
                <a:off x="1124625" y="2097275"/>
                <a:ext cx="1940100" cy="102900"/>
              </a:xfrm>
              <a:prstGeom prst="straightConnector1">
                <a:avLst/>
              </a:prstGeom>
              <a:noFill/>
              <a:ln w="9525" cap="flat" cmpd="sng">
                <a:solidFill>
                  <a:schemeClr val="accent4"/>
                </a:solidFill>
                <a:prstDash val="solid"/>
                <a:round/>
                <a:headEnd type="none" w="med" len="med"/>
                <a:tailEnd type="triangle" w="med" len="med"/>
              </a:ln>
            </p:spPr>
          </p:cxnSp>
          <p:cxnSp>
            <p:nvCxnSpPr>
              <p:cNvPr id="290" name="Google Shape;290;p37"/>
              <p:cNvCxnSpPr/>
              <p:nvPr/>
            </p:nvCxnSpPr>
            <p:spPr>
              <a:xfrm>
                <a:off x="1504425" y="2080999"/>
                <a:ext cx="1560300" cy="145800"/>
              </a:xfrm>
              <a:prstGeom prst="straightConnector1">
                <a:avLst/>
              </a:prstGeom>
              <a:noFill/>
              <a:ln w="9525" cap="flat" cmpd="sng">
                <a:solidFill>
                  <a:schemeClr val="accent4"/>
                </a:solidFill>
                <a:prstDash val="solid"/>
                <a:round/>
                <a:headEnd type="none" w="med" len="med"/>
                <a:tailEnd type="triangle" w="med" len="med"/>
              </a:ln>
            </p:spPr>
          </p:cxnSp>
          <p:cxnSp>
            <p:nvCxnSpPr>
              <p:cNvPr id="291" name="Google Shape;291;p37"/>
              <p:cNvCxnSpPr/>
              <p:nvPr/>
            </p:nvCxnSpPr>
            <p:spPr>
              <a:xfrm rot="10800000" flipH="1">
                <a:off x="869925" y="2200175"/>
                <a:ext cx="2194800" cy="303000"/>
              </a:xfrm>
              <a:prstGeom prst="straightConnector1">
                <a:avLst/>
              </a:prstGeom>
              <a:noFill/>
              <a:ln w="9525" cap="flat" cmpd="sng">
                <a:solidFill>
                  <a:schemeClr val="accent4"/>
                </a:solidFill>
                <a:prstDash val="solid"/>
                <a:round/>
                <a:headEnd type="none" w="med" len="med"/>
                <a:tailEnd type="triangle" w="med" len="med"/>
              </a:ln>
            </p:spPr>
          </p:cxnSp>
          <p:cxnSp>
            <p:nvCxnSpPr>
              <p:cNvPr id="292" name="Google Shape;292;p37"/>
              <p:cNvCxnSpPr/>
              <p:nvPr/>
            </p:nvCxnSpPr>
            <p:spPr>
              <a:xfrm rot="10800000" flipH="1">
                <a:off x="1186725" y="2200175"/>
                <a:ext cx="1878000" cy="339600"/>
              </a:xfrm>
              <a:prstGeom prst="straightConnector1">
                <a:avLst/>
              </a:prstGeom>
              <a:noFill/>
              <a:ln w="9525" cap="flat" cmpd="sng">
                <a:solidFill>
                  <a:schemeClr val="accent4"/>
                </a:solidFill>
                <a:prstDash val="solid"/>
                <a:round/>
                <a:headEnd type="none" w="med" len="med"/>
                <a:tailEnd type="triangle" w="med" len="med"/>
              </a:ln>
            </p:spPr>
          </p:cxnSp>
          <p:cxnSp>
            <p:nvCxnSpPr>
              <p:cNvPr id="293" name="Google Shape;293;p37"/>
              <p:cNvCxnSpPr/>
              <p:nvPr/>
            </p:nvCxnSpPr>
            <p:spPr>
              <a:xfrm rot="10800000" flipH="1">
                <a:off x="1506225" y="2200175"/>
                <a:ext cx="1558500" cy="375300"/>
              </a:xfrm>
              <a:prstGeom prst="straightConnector1">
                <a:avLst/>
              </a:prstGeom>
              <a:noFill/>
              <a:ln w="9525" cap="flat" cmpd="sng">
                <a:solidFill>
                  <a:schemeClr val="accent4"/>
                </a:solidFill>
                <a:prstDash val="solid"/>
                <a:round/>
                <a:headEnd type="none" w="med" len="med"/>
                <a:tailEnd type="triangle" w="med" len="med"/>
              </a:ln>
            </p:spPr>
          </p:cxnSp>
          <p:cxnSp>
            <p:nvCxnSpPr>
              <p:cNvPr id="294" name="Google Shape;294;p37"/>
              <p:cNvCxnSpPr/>
              <p:nvPr/>
            </p:nvCxnSpPr>
            <p:spPr>
              <a:xfrm rot="10800000" flipH="1">
                <a:off x="869925" y="2200175"/>
                <a:ext cx="2194800" cy="657300"/>
              </a:xfrm>
              <a:prstGeom prst="straightConnector1">
                <a:avLst/>
              </a:prstGeom>
              <a:noFill/>
              <a:ln w="9525" cap="flat" cmpd="sng">
                <a:solidFill>
                  <a:schemeClr val="accent4"/>
                </a:solidFill>
                <a:prstDash val="solid"/>
                <a:round/>
                <a:headEnd type="none" w="med" len="med"/>
                <a:tailEnd type="triangle" w="med" len="med"/>
              </a:ln>
            </p:spPr>
          </p:cxnSp>
          <p:cxnSp>
            <p:nvCxnSpPr>
              <p:cNvPr id="295" name="Google Shape;295;p37"/>
              <p:cNvCxnSpPr/>
              <p:nvPr/>
            </p:nvCxnSpPr>
            <p:spPr>
              <a:xfrm rot="10800000" flipH="1">
                <a:off x="1110525" y="2200175"/>
                <a:ext cx="1954200" cy="644400"/>
              </a:xfrm>
              <a:prstGeom prst="straightConnector1">
                <a:avLst/>
              </a:prstGeom>
              <a:noFill/>
              <a:ln w="9525" cap="flat" cmpd="sng">
                <a:solidFill>
                  <a:schemeClr val="accent4"/>
                </a:solidFill>
                <a:prstDash val="solid"/>
                <a:round/>
                <a:headEnd type="none" w="med" len="med"/>
                <a:tailEnd type="triangle" w="med" len="med"/>
              </a:ln>
            </p:spPr>
          </p:cxnSp>
          <p:cxnSp>
            <p:nvCxnSpPr>
              <p:cNvPr id="296" name="Google Shape;296;p37"/>
              <p:cNvCxnSpPr/>
              <p:nvPr/>
            </p:nvCxnSpPr>
            <p:spPr>
              <a:xfrm rot="10800000" flipH="1">
                <a:off x="1506225" y="2200175"/>
                <a:ext cx="1558500" cy="680100"/>
              </a:xfrm>
              <a:prstGeom prst="straightConnector1">
                <a:avLst/>
              </a:prstGeom>
              <a:noFill/>
              <a:ln w="9525" cap="flat" cmpd="sng">
                <a:solidFill>
                  <a:schemeClr val="accent4"/>
                </a:solidFill>
                <a:prstDash val="solid"/>
                <a:round/>
                <a:headEnd type="none" w="med" len="med"/>
                <a:tailEnd type="triangle" w="med" len="med"/>
              </a:ln>
            </p:spPr>
          </p:cxnSp>
        </p:grpSp>
      </p:grpSp>
      <p:grpSp>
        <p:nvGrpSpPr>
          <p:cNvPr id="297" name="Google Shape;297;p37"/>
          <p:cNvGrpSpPr/>
          <p:nvPr/>
        </p:nvGrpSpPr>
        <p:grpSpPr>
          <a:xfrm>
            <a:off x="2211884" y="3939960"/>
            <a:ext cx="3229433" cy="1549200"/>
            <a:chOff x="1150300" y="2738764"/>
            <a:chExt cx="2422075" cy="1161900"/>
          </a:xfrm>
        </p:grpSpPr>
        <p:sp>
          <p:nvSpPr>
            <p:cNvPr id="298" name="Google Shape;298;p37"/>
            <p:cNvSpPr/>
            <p:nvPr/>
          </p:nvSpPr>
          <p:spPr>
            <a:xfrm>
              <a:off x="1150300" y="2738764"/>
              <a:ext cx="1061400" cy="1161900"/>
            </a:xfrm>
            <a:prstGeom prst="roundRect">
              <a:avLst>
                <a:gd name="adj" fmla="val 16667"/>
              </a:avLst>
            </a:prstGeom>
            <a:noFill/>
            <a:ln w="19050" cap="flat" cmpd="sng">
              <a:solidFill>
                <a:schemeClr val="accent4"/>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299" name="Google Shape;299;p37"/>
            <p:cNvGrpSpPr/>
            <p:nvPr/>
          </p:nvGrpSpPr>
          <p:grpSpPr>
            <a:xfrm>
              <a:off x="1301375" y="2838556"/>
              <a:ext cx="2271000" cy="799276"/>
              <a:chOff x="793725" y="2080999"/>
              <a:chExt cx="2271000" cy="799276"/>
            </a:xfrm>
          </p:grpSpPr>
          <p:cxnSp>
            <p:nvCxnSpPr>
              <p:cNvPr id="300" name="Google Shape;300;p37"/>
              <p:cNvCxnSpPr/>
              <p:nvPr/>
            </p:nvCxnSpPr>
            <p:spPr>
              <a:xfrm>
                <a:off x="793725" y="2122175"/>
                <a:ext cx="2271000" cy="78000"/>
              </a:xfrm>
              <a:prstGeom prst="straightConnector1">
                <a:avLst/>
              </a:prstGeom>
              <a:noFill/>
              <a:ln w="9525" cap="flat" cmpd="sng">
                <a:solidFill>
                  <a:schemeClr val="accent4"/>
                </a:solidFill>
                <a:prstDash val="solid"/>
                <a:round/>
                <a:headEnd type="none" w="med" len="med"/>
                <a:tailEnd type="triangle" w="med" len="med"/>
              </a:ln>
            </p:spPr>
          </p:cxnSp>
          <p:cxnSp>
            <p:nvCxnSpPr>
              <p:cNvPr id="301" name="Google Shape;301;p37"/>
              <p:cNvCxnSpPr/>
              <p:nvPr/>
            </p:nvCxnSpPr>
            <p:spPr>
              <a:xfrm>
                <a:off x="1124625" y="2097275"/>
                <a:ext cx="1940100" cy="102900"/>
              </a:xfrm>
              <a:prstGeom prst="straightConnector1">
                <a:avLst/>
              </a:prstGeom>
              <a:noFill/>
              <a:ln w="9525" cap="flat" cmpd="sng">
                <a:solidFill>
                  <a:schemeClr val="accent4"/>
                </a:solidFill>
                <a:prstDash val="solid"/>
                <a:round/>
                <a:headEnd type="none" w="med" len="med"/>
                <a:tailEnd type="triangle" w="med" len="med"/>
              </a:ln>
            </p:spPr>
          </p:cxnSp>
          <p:cxnSp>
            <p:nvCxnSpPr>
              <p:cNvPr id="302" name="Google Shape;302;p37"/>
              <p:cNvCxnSpPr/>
              <p:nvPr/>
            </p:nvCxnSpPr>
            <p:spPr>
              <a:xfrm>
                <a:off x="1504425" y="2080999"/>
                <a:ext cx="1560300" cy="145800"/>
              </a:xfrm>
              <a:prstGeom prst="straightConnector1">
                <a:avLst/>
              </a:prstGeom>
              <a:noFill/>
              <a:ln w="9525" cap="flat" cmpd="sng">
                <a:solidFill>
                  <a:schemeClr val="accent4"/>
                </a:solidFill>
                <a:prstDash val="solid"/>
                <a:round/>
                <a:headEnd type="none" w="med" len="med"/>
                <a:tailEnd type="triangle" w="med" len="med"/>
              </a:ln>
            </p:spPr>
          </p:cxnSp>
          <p:cxnSp>
            <p:nvCxnSpPr>
              <p:cNvPr id="303" name="Google Shape;303;p37"/>
              <p:cNvCxnSpPr/>
              <p:nvPr/>
            </p:nvCxnSpPr>
            <p:spPr>
              <a:xfrm rot="10800000" flipH="1">
                <a:off x="869925" y="2200175"/>
                <a:ext cx="2194800" cy="303000"/>
              </a:xfrm>
              <a:prstGeom prst="straightConnector1">
                <a:avLst/>
              </a:prstGeom>
              <a:noFill/>
              <a:ln w="9525" cap="flat" cmpd="sng">
                <a:solidFill>
                  <a:schemeClr val="accent4"/>
                </a:solidFill>
                <a:prstDash val="solid"/>
                <a:round/>
                <a:headEnd type="none" w="med" len="med"/>
                <a:tailEnd type="triangle" w="med" len="med"/>
              </a:ln>
            </p:spPr>
          </p:cxnSp>
          <p:cxnSp>
            <p:nvCxnSpPr>
              <p:cNvPr id="304" name="Google Shape;304;p37"/>
              <p:cNvCxnSpPr/>
              <p:nvPr/>
            </p:nvCxnSpPr>
            <p:spPr>
              <a:xfrm rot="10800000" flipH="1">
                <a:off x="1186725" y="2200175"/>
                <a:ext cx="1878000" cy="339600"/>
              </a:xfrm>
              <a:prstGeom prst="straightConnector1">
                <a:avLst/>
              </a:prstGeom>
              <a:noFill/>
              <a:ln w="9525" cap="flat" cmpd="sng">
                <a:solidFill>
                  <a:schemeClr val="accent4"/>
                </a:solidFill>
                <a:prstDash val="solid"/>
                <a:round/>
                <a:headEnd type="none" w="med" len="med"/>
                <a:tailEnd type="triangle" w="med" len="med"/>
              </a:ln>
            </p:spPr>
          </p:cxnSp>
          <p:cxnSp>
            <p:nvCxnSpPr>
              <p:cNvPr id="305" name="Google Shape;305;p37"/>
              <p:cNvCxnSpPr/>
              <p:nvPr/>
            </p:nvCxnSpPr>
            <p:spPr>
              <a:xfrm rot="10800000" flipH="1">
                <a:off x="1506225" y="2200175"/>
                <a:ext cx="1558500" cy="375300"/>
              </a:xfrm>
              <a:prstGeom prst="straightConnector1">
                <a:avLst/>
              </a:prstGeom>
              <a:noFill/>
              <a:ln w="9525" cap="flat" cmpd="sng">
                <a:solidFill>
                  <a:schemeClr val="accent4"/>
                </a:solidFill>
                <a:prstDash val="solid"/>
                <a:round/>
                <a:headEnd type="none" w="med" len="med"/>
                <a:tailEnd type="triangle" w="med" len="med"/>
              </a:ln>
            </p:spPr>
          </p:cxnSp>
          <p:cxnSp>
            <p:nvCxnSpPr>
              <p:cNvPr id="306" name="Google Shape;306;p37"/>
              <p:cNvCxnSpPr/>
              <p:nvPr/>
            </p:nvCxnSpPr>
            <p:spPr>
              <a:xfrm rot="10800000" flipH="1">
                <a:off x="869925" y="2200175"/>
                <a:ext cx="2194800" cy="657300"/>
              </a:xfrm>
              <a:prstGeom prst="straightConnector1">
                <a:avLst/>
              </a:prstGeom>
              <a:noFill/>
              <a:ln w="9525" cap="flat" cmpd="sng">
                <a:solidFill>
                  <a:schemeClr val="accent4"/>
                </a:solidFill>
                <a:prstDash val="solid"/>
                <a:round/>
                <a:headEnd type="none" w="med" len="med"/>
                <a:tailEnd type="triangle" w="med" len="med"/>
              </a:ln>
            </p:spPr>
          </p:cxnSp>
          <p:cxnSp>
            <p:nvCxnSpPr>
              <p:cNvPr id="307" name="Google Shape;307;p37"/>
              <p:cNvCxnSpPr/>
              <p:nvPr/>
            </p:nvCxnSpPr>
            <p:spPr>
              <a:xfrm rot="10800000" flipH="1">
                <a:off x="1110525" y="2200175"/>
                <a:ext cx="1954200" cy="644400"/>
              </a:xfrm>
              <a:prstGeom prst="straightConnector1">
                <a:avLst/>
              </a:prstGeom>
              <a:noFill/>
              <a:ln w="9525" cap="flat" cmpd="sng">
                <a:solidFill>
                  <a:schemeClr val="accent4"/>
                </a:solidFill>
                <a:prstDash val="solid"/>
                <a:round/>
                <a:headEnd type="none" w="med" len="med"/>
                <a:tailEnd type="triangle" w="med" len="med"/>
              </a:ln>
            </p:spPr>
          </p:cxnSp>
          <p:cxnSp>
            <p:nvCxnSpPr>
              <p:cNvPr id="308" name="Google Shape;308;p37"/>
              <p:cNvCxnSpPr/>
              <p:nvPr/>
            </p:nvCxnSpPr>
            <p:spPr>
              <a:xfrm rot="10800000" flipH="1">
                <a:off x="1506225" y="2200175"/>
                <a:ext cx="1558500" cy="680100"/>
              </a:xfrm>
              <a:prstGeom prst="straightConnector1">
                <a:avLst/>
              </a:prstGeom>
              <a:noFill/>
              <a:ln w="9525" cap="flat" cmpd="sng">
                <a:solidFill>
                  <a:schemeClr val="accent4"/>
                </a:solidFill>
                <a:prstDash val="solid"/>
                <a:round/>
                <a:headEnd type="none" w="med" len="med"/>
                <a:tailEnd type="triangle" w="med" len="med"/>
              </a:ln>
            </p:spPr>
          </p:cxnSp>
        </p:grpSp>
      </p:grpSp>
      <p:sp>
        <p:nvSpPr>
          <p:cNvPr id="309" name="Google Shape;309;p37"/>
          <p:cNvSpPr/>
          <p:nvPr/>
        </p:nvSpPr>
        <p:spPr>
          <a:xfrm>
            <a:off x="4559957" y="4975824"/>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10" name="Google Shape;310;p37"/>
          <p:cNvSpPr/>
          <p:nvPr/>
        </p:nvSpPr>
        <p:spPr>
          <a:xfrm>
            <a:off x="5050157" y="4975824"/>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11" name="Google Shape;311;p37"/>
          <p:cNvSpPr/>
          <p:nvPr/>
        </p:nvSpPr>
        <p:spPr>
          <a:xfrm>
            <a:off x="5478600" y="4975824"/>
            <a:ext cx="363600" cy="363600"/>
          </a:xfrm>
          <a:prstGeom prst="ellipse">
            <a:avLst/>
          </a:prstGeom>
          <a:solidFill>
            <a:srgbClr val="CFE2F3"/>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12" name="Google Shape;312;p37"/>
          <p:cNvSpPr txBox="1"/>
          <p:nvPr/>
        </p:nvSpPr>
        <p:spPr>
          <a:xfrm>
            <a:off x="1025233" y="6147401"/>
            <a:ext cx="21980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Input Layer</a:t>
            </a:r>
            <a:endParaRPr sz="2133">
              <a:solidFill>
                <a:srgbClr val="666666"/>
              </a:solidFill>
              <a:latin typeface="Questrial"/>
              <a:ea typeface="Questrial"/>
              <a:cs typeface="Questrial"/>
              <a:sym typeface="Questrial"/>
            </a:endParaRPr>
          </a:p>
        </p:txBody>
      </p:sp>
      <p:sp>
        <p:nvSpPr>
          <p:cNvPr id="313" name="Google Shape;313;p37"/>
          <p:cNvSpPr txBox="1"/>
          <p:nvPr/>
        </p:nvSpPr>
        <p:spPr>
          <a:xfrm>
            <a:off x="3890633" y="6147401"/>
            <a:ext cx="25212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Convolution Layer</a:t>
            </a:r>
            <a:endParaRPr sz="2133">
              <a:solidFill>
                <a:srgbClr val="666666"/>
              </a:solidFill>
              <a:latin typeface="Questrial"/>
              <a:ea typeface="Questrial"/>
              <a:cs typeface="Questrial"/>
              <a:sym typeface="Quest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Effect transition="in" filter="fade">
                                      <p:cBhvr>
                                        <p:cTn id="7" dur="1000"/>
                                        <p:tgtEl>
                                          <p:spTgt spid="238"/>
                                        </p:tgtEl>
                                      </p:cBhvr>
                                    </p:animEffect>
                                  </p:childTnLst>
                                </p:cTn>
                              </p:par>
                              <p:par>
                                <p:cTn id="8" presetID="10" presetClass="entr" presetSubtype="0" fill="hold" nodeType="withEffect">
                                  <p:stCondLst>
                                    <p:cond delay="0"/>
                                  </p:stCondLst>
                                  <p:childTnLst>
                                    <p:set>
                                      <p:cBhvr>
                                        <p:cTn id="9" dur="1" fill="hold">
                                          <p:stCondLst>
                                            <p:cond delay="0"/>
                                          </p:stCondLst>
                                        </p:cTn>
                                        <p:tgtEl>
                                          <p:spTgt spid="240"/>
                                        </p:tgtEl>
                                        <p:attrNameLst>
                                          <p:attrName>style.visibility</p:attrName>
                                        </p:attrNameLst>
                                      </p:cBhvr>
                                      <p:to>
                                        <p:strVal val="visible"/>
                                      </p:to>
                                    </p:set>
                                    <p:animEffect transition="in" filter="fade">
                                      <p:cBhvr>
                                        <p:cTn id="10" dur="1000"/>
                                        <p:tgtEl>
                                          <p:spTgt spid="240"/>
                                        </p:tgtEl>
                                      </p:cBhvr>
                                    </p:animEffect>
                                  </p:childTnLst>
                                </p:cTn>
                              </p:par>
                              <p:par>
                                <p:cTn id="11" presetID="10" presetClass="entr" presetSubtype="0" fill="hold" nodeType="withEffect">
                                  <p:stCondLst>
                                    <p:cond delay="0"/>
                                  </p:stCondLst>
                                  <p:childTnLst>
                                    <p:set>
                                      <p:cBhvr>
                                        <p:cTn id="12" dur="1" fill="hold">
                                          <p:stCondLst>
                                            <p:cond delay="0"/>
                                          </p:stCondLst>
                                        </p:cTn>
                                        <p:tgtEl>
                                          <p:spTgt spid="239"/>
                                        </p:tgtEl>
                                        <p:attrNameLst>
                                          <p:attrName>style.visibility</p:attrName>
                                        </p:attrNameLst>
                                      </p:cBhvr>
                                      <p:to>
                                        <p:strVal val="visible"/>
                                      </p:to>
                                    </p:set>
                                    <p:animEffect transition="in" filter="fade">
                                      <p:cBhvr>
                                        <p:cTn id="13" dur="1000"/>
                                        <p:tgtEl>
                                          <p:spTgt spid="23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238"/>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240"/>
                                        </p:tgtEl>
                                        <p:attrNameLst>
                                          <p:attrName>style.visibility</p:attrName>
                                        </p:attrNameLst>
                                      </p:cBhvr>
                                      <p:to>
                                        <p:strVal val="hidden"/>
                                      </p:to>
                                    </p:set>
                                  </p:childTnLst>
                                </p:cTn>
                              </p:par>
                              <p:par>
                                <p:cTn id="20" presetID="10" presetClass="entr" presetSubtype="0" fill="hold" nodeType="withEffect">
                                  <p:stCondLst>
                                    <p:cond delay="0"/>
                                  </p:stCondLst>
                                  <p:childTnLst>
                                    <p:set>
                                      <p:cBhvr>
                                        <p:cTn id="21" dur="1" fill="hold">
                                          <p:stCondLst>
                                            <p:cond delay="0"/>
                                          </p:stCondLst>
                                        </p:cTn>
                                        <p:tgtEl>
                                          <p:spTgt spid="252"/>
                                        </p:tgtEl>
                                        <p:attrNameLst>
                                          <p:attrName>style.visibility</p:attrName>
                                        </p:attrNameLst>
                                      </p:cBhvr>
                                      <p:to>
                                        <p:strVal val="visible"/>
                                      </p:to>
                                    </p:set>
                                    <p:animEffect transition="in" filter="fade">
                                      <p:cBhvr>
                                        <p:cTn id="22" dur="1"/>
                                        <p:tgtEl>
                                          <p:spTgt spid="252"/>
                                        </p:tgtEl>
                                      </p:cBhvr>
                                    </p:animEffect>
                                  </p:childTnLst>
                                </p:cTn>
                              </p:par>
                              <p:par>
                                <p:cTn id="23" presetID="10" presetClass="entr" presetSubtype="0" fill="hold" nodeType="withEffect">
                                  <p:stCondLst>
                                    <p:cond delay="0"/>
                                  </p:stCondLst>
                                  <p:childTnLst>
                                    <p:set>
                                      <p:cBhvr>
                                        <p:cTn id="24" dur="1" fill="hold">
                                          <p:stCondLst>
                                            <p:cond delay="0"/>
                                          </p:stCondLst>
                                        </p:cTn>
                                        <p:tgtEl>
                                          <p:spTgt spid="250"/>
                                        </p:tgtEl>
                                        <p:attrNameLst>
                                          <p:attrName>style.visibility</p:attrName>
                                        </p:attrNameLst>
                                      </p:cBhvr>
                                      <p:to>
                                        <p:strVal val="visible"/>
                                      </p:to>
                                    </p:set>
                                    <p:animEffect transition="in" filter="fade">
                                      <p:cBhvr>
                                        <p:cTn id="25" dur="1"/>
                                        <p:tgtEl>
                                          <p:spTgt spid="250"/>
                                        </p:tgtEl>
                                      </p:cBhvr>
                                    </p:animEffect>
                                  </p:childTnLst>
                                </p:cTn>
                              </p:par>
                              <p:par>
                                <p:cTn id="26" presetID="10" presetClass="entr" presetSubtype="0" fill="hold" nodeType="withEffect">
                                  <p:stCondLst>
                                    <p:cond delay="0"/>
                                  </p:stCondLst>
                                  <p:childTnLst>
                                    <p:set>
                                      <p:cBhvr>
                                        <p:cTn id="27" dur="1" fill="hold">
                                          <p:stCondLst>
                                            <p:cond delay="0"/>
                                          </p:stCondLst>
                                        </p:cTn>
                                        <p:tgtEl>
                                          <p:spTgt spid="251"/>
                                        </p:tgtEl>
                                        <p:attrNameLst>
                                          <p:attrName>style.visibility</p:attrName>
                                        </p:attrNameLst>
                                      </p:cBhvr>
                                      <p:to>
                                        <p:strVal val="visible"/>
                                      </p:to>
                                    </p:set>
                                    <p:animEffect transition="in" filter="fade">
                                      <p:cBhvr>
                                        <p:cTn id="28" dur="1000"/>
                                        <p:tgtEl>
                                          <p:spTgt spid="251"/>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nodeType="clickEffect">
                                  <p:stCondLst>
                                    <p:cond delay="0"/>
                                  </p:stCondLst>
                                  <p:childTnLst>
                                    <p:set>
                                      <p:cBhvr>
                                        <p:cTn id="32" dur="1" fill="hold">
                                          <p:stCondLst>
                                            <p:cond delay="0"/>
                                          </p:stCondLst>
                                        </p:cTn>
                                        <p:tgtEl>
                                          <p:spTgt spid="252"/>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50"/>
                                        </p:tgtEl>
                                        <p:attrNameLst>
                                          <p:attrName>style.visibility</p:attrName>
                                        </p:attrNameLst>
                                      </p:cBhvr>
                                      <p:to>
                                        <p:strVal val="hidden"/>
                                      </p:to>
                                    </p:set>
                                  </p:childTnLst>
                                </p:cTn>
                              </p:par>
                              <p:par>
                                <p:cTn id="35" presetID="10" presetClass="entr" presetSubtype="0" fill="hold" nodeType="withEffect">
                                  <p:stCondLst>
                                    <p:cond delay="0"/>
                                  </p:stCondLst>
                                  <p:childTnLst>
                                    <p:set>
                                      <p:cBhvr>
                                        <p:cTn id="36" dur="1" fill="hold">
                                          <p:stCondLst>
                                            <p:cond delay="0"/>
                                          </p:stCondLst>
                                        </p:cTn>
                                        <p:tgtEl>
                                          <p:spTgt spid="273"/>
                                        </p:tgtEl>
                                        <p:attrNameLst>
                                          <p:attrName>style.visibility</p:attrName>
                                        </p:attrNameLst>
                                      </p:cBhvr>
                                      <p:to>
                                        <p:strVal val="visible"/>
                                      </p:to>
                                    </p:set>
                                    <p:animEffect transition="in" filter="fade">
                                      <p:cBhvr>
                                        <p:cTn id="37" dur="1"/>
                                        <p:tgtEl>
                                          <p:spTgt spid="273"/>
                                        </p:tgtEl>
                                      </p:cBhvr>
                                    </p:animEffect>
                                  </p:childTnLst>
                                </p:cTn>
                              </p:par>
                              <p:par>
                                <p:cTn id="38" presetID="10" presetClass="entr" presetSubtype="0" fill="hold" nodeType="withEffect">
                                  <p:stCondLst>
                                    <p:cond delay="0"/>
                                  </p:stCondLst>
                                  <p:childTnLst>
                                    <p:set>
                                      <p:cBhvr>
                                        <p:cTn id="39" dur="1" fill="hold">
                                          <p:stCondLst>
                                            <p:cond delay="0"/>
                                          </p:stCondLst>
                                        </p:cTn>
                                        <p:tgtEl>
                                          <p:spTgt spid="272"/>
                                        </p:tgtEl>
                                        <p:attrNameLst>
                                          <p:attrName>style.visibility</p:attrName>
                                        </p:attrNameLst>
                                      </p:cBhvr>
                                      <p:to>
                                        <p:strVal val="visible"/>
                                      </p:to>
                                    </p:set>
                                    <p:animEffect transition="in" filter="fade">
                                      <p:cBhvr>
                                        <p:cTn id="40" dur="1"/>
                                        <p:tgtEl>
                                          <p:spTgt spid="272"/>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nodeType="clickEffect">
                                  <p:stCondLst>
                                    <p:cond delay="0"/>
                                  </p:stCondLst>
                                  <p:childTnLst>
                                    <p:set>
                                      <p:cBhvr>
                                        <p:cTn id="44" dur="1" fill="hold">
                                          <p:stCondLst>
                                            <p:cond delay="0"/>
                                          </p:stCondLst>
                                        </p:cTn>
                                        <p:tgtEl>
                                          <p:spTgt spid="273"/>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285"/>
                                        </p:tgtEl>
                                        <p:attrNameLst>
                                          <p:attrName>style.visibility</p:attrName>
                                        </p:attrNameLst>
                                      </p:cBhvr>
                                      <p:to>
                                        <p:strVal val="visible"/>
                                      </p:to>
                                    </p:set>
                                    <p:animEffect transition="in" filter="fade">
                                      <p:cBhvr>
                                        <p:cTn id="47" dur="1"/>
                                        <p:tgtEl>
                                          <p:spTgt spid="285"/>
                                        </p:tgtEl>
                                      </p:cBhvr>
                                    </p:animEffect>
                                  </p:childTnLst>
                                </p:cTn>
                              </p:par>
                              <p:par>
                                <p:cTn id="48" presetID="10" presetClass="entr" presetSubtype="0" fill="hold" nodeType="withEffect">
                                  <p:stCondLst>
                                    <p:cond delay="0"/>
                                  </p:stCondLst>
                                  <p:childTnLst>
                                    <p:set>
                                      <p:cBhvr>
                                        <p:cTn id="49" dur="1" fill="hold">
                                          <p:stCondLst>
                                            <p:cond delay="0"/>
                                          </p:stCondLst>
                                        </p:cTn>
                                        <p:tgtEl>
                                          <p:spTgt spid="262"/>
                                        </p:tgtEl>
                                        <p:attrNameLst>
                                          <p:attrName>style.visibility</p:attrName>
                                        </p:attrNameLst>
                                      </p:cBhvr>
                                      <p:to>
                                        <p:strVal val="visible"/>
                                      </p:to>
                                    </p:set>
                                    <p:animEffect transition="in" filter="fade">
                                      <p:cBhvr>
                                        <p:cTn id="50" dur="300"/>
                                        <p:tgtEl>
                                          <p:spTgt spid="262"/>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nodeType="clickEffect">
                                  <p:stCondLst>
                                    <p:cond delay="0"/>
                                  </p:stCondLst>
                                  <p:childTnLst>
                                    <p:set>
                                      <p:cBhvr>
                                        <p:cTn id="54" dur="1" fill="hold">
                                          <p:stCondLst>
                                            <p:cond delay="0"/>
                                          </p:stCondLst>
                                        </p:cTn>
                                        <p:tgtEl>
                                          <p:spTgt spid="285"/>
                                        </p:tgtEl>
                                        <p:attrNameLst>
                                          <p:attrName>style.visibility</p:attrName>
                                        </p:attrNameLst>
                                      </p:cBhvr>
                                      <p:to>
                                        <p:strVal val="hidden"/>
                                      </p:to>
                                    </p:set>
                                  </p:childTnLst>
                                </p:cTn>
                              </p:par>
                              <p:par>
                                <p:cTn id="55" presetID="10" presetClass="entr" presetSubtype="0" fill="hold" nodeType="withEffect">
                                  <p:stCondLst>
                                    <p:cond delay="0"/>
                                  </p:stCondLst>
                                  <p:childTnLst>
                                    <p:set>
                                      <p:cBhvr>
                                        <p:cTn id="56" dur="1" fill="hold">
                                          <p:stCondLst>
                                            <p:cond delay="0"/>
                                          </p:stCondLst>
                                        </p:cTn>
                                        <p:tgtEl>
                                          <p:spTgt spid="297"/>
                                        </p:tgtEl>
                                        <p:attrNameLst>
                                          <p:attrName>style.visibility</p:attrName>
                                        </p:attrNameLst>
                                      </p:cBhvr>
                                      <p:to>
                                        <p:strVal val="visible"/>
                                      </p:to>
                                    </p:set>
                                    <p:animEffect transition="in" filter="fade">
                                      <p:cBhvr>
                                        <p:cTn id="57" dur="1"/>
                                        <p:tgtEl>
                                          <p:spTgt spid="297"/>
                                        </p:tgtEl>
                                      </p:cBhvr>
                                    </p:animEffect>
                                  </p:childTnLst>
                                </p:cTn>
                              </p:par>
                            </p:childTnLst>
                          </p:cTn>
                        </p:par>
                        <p:par>
                          <p:cTn id="58" fill="hold">
                            <p:stCondLst>
                              <p:cond delay="0"/>
                            </p:stCondLst>
                            <p:childTnLst>
                              <p:par>
                                <p:cTn id="59" presetID="10" presetClass="entr" presetSubtype="0" fill="hold" nodeType="afterEffect">
                                  <p:stCondLst>
                                    <p:cond delay="0"/>
                                  </p:stCondLst>
                                  <p:childTnLst>
                                    <p:set>
                                      <p:cBhvr>
                                        <p:cTn id="60" dur="1" fill="hold">
                                          <p:stCondLst>
                                            <p:cond delay="0"/>
                                          </p:stCondLst>
                                        </p:cTn>
                                        <p:tgtEl>
                                          <p:spTgt spid="263"/>
                                        </p:tgtEl>
                                        <p:attrNameLst>
                                          <p:attrName>style.visibility</p:attrName>
                                        </p:attrNameLst>
                                      </p:cBhvr>
                                      <p:to>
                                        <p:strVal val="visible"/>
                                      </p:to>
                                    </p:set>
                                    <p:animEffect transition="in" filter="fade">
                                      <p:cBhvr>
                                        <p:cTn id="61" dur="1"/>
                                        <p:tgtEl>
                                          <p:spTgt spid="263"/>
                                        </p:tgtEl>
                                      </p:cBhvr>
                                    </p:animEffect>
                                  </p:childTnLst>
                                </p:cTn>
                              </p:par>
                            </p:childTnLst>
                          </p:cTn>
                        </p:par>
                      </p:childTnLst>
                    </p:cTn>
                  </p:par>
                  <p:par>
                    <p:cTn id="62" fill="hold">
                      <p:stCondLst>
                        <p:cond delay="indefinite"/>
                      </p:stCondLst>
                      <p:childTnLst>
                        <p:par>
                          <p:cTn id="63" fill="hold">
                            <p:stCondLst>
                              <p:cond delay="0"/>
                            </p:stCondLst>
                            <p:childTnLst>
                              <p:par>
                                <p:cTn id="64" presetID="1" presetClass="exit" presetSubtype="0" fill="hold" nodeType="clickEffect">
                                  <p:stCondLst>
                                    <p:cond delay="0"/>
                                  </p:stCondLst>
                                  <p:childTnLst>
                                    <p:set>
                                      <p:cBhvr>
                                        <p:cTn id="65" dur="1" fill="hold">
                                          <p:stCondLst>
                                            <p:cond delay="0"/>
                                          </p:stCondLst>
                                        </p:cTn>
                                        <p:tgtEl>
                                          <p:spTgt spid="297"/>
                                        </p:tgtEl>
                                        <p:attrNameLst>
                                          <p:attrName>style.visibility</p:attrName>
                                        </p:attrNameLst>
                                      </p:cBhvr>
                                      <p:to>
                                        <p:strVal val="hidden"/>
                                      </p:to>
                                    </p:set>
                                  </p:childTnLst>
                                </p:cTn>
                              </p:par>
                            </p:childTnLst>
                          </p:cTn>
                        </p:par>
                        <p:par>
                          <p:cTn id="66" fill="hold">
                            <p:stCondLst>
                              <p:cond delay="0"/>
                            </p:stCondLst>
                            <p:childTnLst>
                              <p:par>
                                <p:cTn id="67" presetID="10" presetClass="entr" presetSubtype="0" fill="hold" nodeType="afterEffect">
                                  <p:stCondLst>
                                    <p:cond delay="0"/>
                                  </p:stCondLst>
                                  <p:childTnLst>
                                    <p:set>
                                      <p:cBhvr>
                                        <p:cTn id="68" dur="1" fill="hold">
                                          <p:stCondLst>
                                            <p:cond delay="0"/>
                                          </p:stCondLst>
                                        </p:cTn>
                                        <p:tgtEl>
                                          <p:spTgt spid="264"/>
                                        </p:tgtEl>
                                        <p:attrNameLst>
                                          <p:attrName>style.visibility</p:attrName>
                                        </p:attrNameLst>
                                      </p:cBhvr>
                                      <p:to>
                                        <p:strVal val="visible"/>
                                      </p:to>
                                    </p:set>
                                    <p:animEffect transition="in" filter="fade">
                                      <p:cBhvr>
                                        <p:cTn id="69" dur="1000"/>
                                        <p:tgtEl>
                                          <p:spTgt spid="264"/>
                                        </p:tgtEl>
                                      </p:cBhvr>
                                    </p:animEffect>
                                  </p:childTnLst>
                                </p:cTn>
                              </p:par>
                              <p:par>
                                <p:cTn id="70" presetID="10" presetClass="entr" presetSubtype="0" fill="hold" nodeType="withEffect">
                                  <p:stCondLst>
                                    <p:cond delay="0"/>
                                  </p:stCondLst>
                                  <p:childTnLst>
                                    <p:set>
                                      <p:cBhvr>
                                        <p:cTn id="71" dur="1" fill="hold">
                                          <p:stCondLst>
                                            <p:cond delay="0"/>
                                          </p:stCondLst>
                                        </p:cTn>
                                        <p:tgtEl>
                                          <p:spTgt spid="265"/>
                                        </p:tgtEl>
                                        <p:attrNameLst>
                                          <p:attrName>style.visibility</p:attrName>
                                        </p:attrNameLst>
                                      </p:cBhvr>
                                      <p:to>
                                        <p:strVal val="visible"/>
                                      </p:to>
                                    </p:set>
                                    <p:animEffect transition="in" filter="fade">
                                      <p:cBhvr>
                                        <p:cTn id="72" dur="1000"/>
                                        <p:tgtEl>
                                          <p:spTgt spid="265"/>
                                        </p:tgtEl>
                                      </p:cBhvr>
                                    </p:animEffect>
                                  </p:childTnLst>
                                </p:cTn>
                              </p:par>
                              <p:par>
                                <p:cTn id="73" presetID="10" presetClass="entr" presetSubtype="0" fill="hold" nodeType="withEffect">
                                  <p:stCondLst>
                                    <p:cond delay="0"/>
                                  </p:stCondLst>
                                  <p:childTnLst>
                                    <p:set>
                                      <p:cBhvr>
                                        <p:cTn id="74" dur="1" fill="hold">
                                          <p:stCondLst>
                                            <p:cond delay="0"/>
                                          </p:stCondLst>
                                        </p:cTn>
                                        <p:tgtEl>
                                          <p:spTgt spid="266"/>
                                        </p:tgtEl>
                                        <p:attrNameLst>
                                          <p:attrName>style.visibility</p:attrName>
                                        </p:attrNameLst>
                                      </p:cBhvr>
                                      <p:to>
                                        <p:strVal val="visible"/>
                                      </p:to>
                                    </p:set>
                                    <p:animEffect transition="in" filter="fade">
                                      <p:cBhvr>
                                        <p:cTn id="75" dur="1000"/>
                                        <p:tgtEl>
                                          <p:spTgt spid="266"/>
                                        </p:tgtEl>
                                      </p:cBhvr>
                                    </p:animEffect>
                                  </p:childTnLst>
                                </p:cTn>
                              </p:par>
                              <p:par>
                                <p:cTn id="76" presetID="10" presetClass="entr" presetSubtype="0" fill="hold" nodeType="withEffect">
                                  <p:stCondLst>
                                    <p:cond delay="0"/>
                                  </p:stCondLst>
                                  <p:childTnLst>
                                    <p:set>
                                      <p:cBhvr>
                                        <p:cTn id="77" dur="1" fill="hold">
                                          <p:stCondLst>
                                            <p:cond delay="0"/>
                                          </p:stCondLst>
                                        </p:cTn>
                                        <p:tgtEl>
                                          <p:spTgt spid="267"/>
                                        </p:tgtEl>
                                        <p:attrNameLst>
                                          <p:attrName>style.visibility</p:attrName>
                                        </p:attrNameLst>
                                      </p:cBhvr>
                                      <p:to>
                                        <p:strVal val="visible"/>
                                      </p:to>
                                    </p:set>
                                    <p:animEffect transition="in" filter="fade">
                                      <p:cBhvr>
                                        <p:cTn id="78" dur="1000"/>
                                        <p:tgtEl>
                                          <p:spTgt spid="267"/>
                                        </p:tgtEl>
                                      </p:cBhvr>
                                    </p:animEffect>
                                  </p:childTnLst>
                                </p:cTn>
                              </p:par>
                              <p:par>
                                <p:cTn id="79" presetID="10" presetClass="entr" presetSubtype="0" fill="hold" nodeType="withEffect">
                                  <p:stCondLst>
                                    <p:cond delay="0"/>
                                  </p:stCondLst>
                                  <p:childTnLst>
                                    <p:set>
                                      <p:cBhvr>
                                        <p:cTn id="80" dur="1" fill="hold">
                                          <p:stCondLst>
                                            <p:cond delay="0"/>
                                          </p:stCondLst>
                                        </p:cTn>
                                        <p:tgtEl>
                                          <p:spTgt spid="269"/>
                                        </p:tgtEl>
                                        <p:attrNameLst>
                                          <p:attrName>style.visibility</p:attrName>
                                        </p:attrNameLst>
                                      </p:cBhvr>
                                      <p:to>
                                        <p:strVal val="visible"/>
                                      </p:to>
                                    </p:set>
                                    <p:animEffect transition="in" filter="fade">
                                      <p:cBhvr>
                                        <p:cTn id="81" dur="1000"/>
                                        <p:tgtEl>
                                          <p:spTgt spid="269"/>
                                        </p:tgtEl>
                                      </p:cBhvr>
                                    </p:animEffect>
                                  </p:childTnLst>
                                </p:cTn>
                              </p:par>
                              <p:par>
                                <p:cTn id="82" presetID="10" presetClass="entr" presetSubtype="0" fill="hold" nodeType="withEffect">
                                  <p:stCondLst>
                                    <p:cond delay="0"/>
                                  </p:stCondLst>
                                  <p:childTnLst>
                                    <p:set>
                                      <p:cBhvr>
                                        <p:cTn id="83" dur="1" fill="hold">
                                          <p:stCondLst>
                                            <p:cond delay="0"/>
                                          </p:stCondLst>
                                        </p:cTn>
                                        <p:tgtEl>
                                          <p:spTgt spid="270"/>
                                        </p:tgtEl>
                                        <p:attrNameLst>
                                          <p:attrName>style.visibility</p:attrName>
                                        </p:attrNameLst>
                                      </p:cBhvr>
                                      <p:to>
                                        <p:strVal val="visible"/>
                                      </p:to>
                                    </p:set>
                                    <p:animEffect transition="in" filter="fade">
                                      <p:cBhvr>
                                        <p:cTn id="84" dur="1000"/>
                                        <p:tgtEl>
                                          <p:spTgt spid="270"/>
                                        </p:tgtEl>
                                      </p:cBhvr>
                                    </p:animEffect>
                                  </p:childTnLst>
                                </p:cTn>
                              </p:par>
                              <p:par>
                                <p:cTn id="85" presetID="10" presetClass="entr" presetSubtype="0" fill="hold" nodeType="withEffect">
                                  <p:stCondLst>
                                    <p:cond delay="0"/>
                                  </p:stCondLst>
                                  <p:childTnLst>
                                    <p:set>
                                      <p:cBhvr>
                                        <p:cTn id="86" dur="1" fill="hold">
                                          <p:stCondLst>
                                            <p:cond delay="0"/>
                                          </p:stCondLst>
                                        </p:cTn>
                                        <p:tgtEl>
                                          <p:spTgt spid="271"/>
                                        </p:tgtEl>
                                        <p:attrNameLst>
                                          <p:attrName>style.visibility</p:attrName>
                                        </p:attrNameLst>
                                      </p:cBhvr>
                                      <p:to>
                                        <p:strVal val="visible"/>
                                      </p:to>
                                    </p:set>
                                    <p:animEffect transition="in" filter="fade">
                                      <p:cBhvr>
                                        <p:cTn id="87" dur="1000"/>
                                        <p:tgtEl>
                                          <p:spTgt spid="271"/>
                                        </p:tgtEl>
                                      </p:cBhvr>
                                    </p:animEffect>
                                  </p:childTnLst>
                                </p:cTn>
                              </p:par>
                              <p:par>
                                <p:cTn id="88" presetID="10" presetClass="entr" presetSubtype="0" fill="hold" nodeType="withEffect">
                                  <p:stCondLst>
                                    <p:cond delay="0"/>
                                  </p:stCondLst>
                                  <p:childTnLst>
                                    <p:set>
                                      <p:cBhvr>
                                        <p:cTn id="89" dur="1" fill="hold">
                                          <p:stCondLst>
                                            <p:cond delay="0"/>
                                          </p:stCondLst>
                                        </p:cTn>
                                        <p:tgtEl>
                                          <p:spTgt spid="268"/>
                                        </p:tgtEl>
                                        <p:attrNameLst>
                                          <p:attrName>style.visibility</p:attrName>
                                        </p:attrNameLst>
                                      </p:cBhvr>
                                      <p:to>
                                        <p:strVal val="visible"/>
                                      </p:to>
                                    </p:set>
                                    <p:animEffect transition="in" filter="fade">
                                      <p:cBhvr>
                                        <p:cTn id="90" dur="1000"/>
                                        <p:tgtEl>
                                          <p:spTgt spid="268"/>
                                        </p:tgtEl>
                                      </p:cBhvr>
                                    </p:animEffect>
                                  </p:childTnLst>
                                </p:cTn>
                              </p:par>
                              <p:par>
                                <p:cTn id="91" presetID="10" presetClass="entr" presetSubtype="0" fill="hold" nodeType="withEffect">
                                  <p:stCondLst>
                                    <p:cond delay="0"/>
                                  </p:stCondLst>
                                  <p:childTnLst>
                                    <p:set>
                                      <p:cBhvr>
                                        <p:cTn id="92" dur="1" fill="hold">
                                          <p:stCondLst>
                                            <p:cond delay="0"/>
                                          </p:stCondLst>
                                        </p:cTn>
                                        <p:tgtEl>
                                          <p:spTgt spid="310"/>
                                        </p:tgtEl>
                                        <p:attrNameLst>
                                          <p:attrName>style.visibility</p:attrName>
                                        </p:attrNameLst>
                                      </p:cBhvr>
                                      <p:to>
                                        <p:strVal val="visible"/>
                                      </p:to>
                                    </p:set>
                                    <p:animEffect transition="in" filter="fade">
                                      <p:cBhvr>
                                        <p:cTn id="93" dur="1000"/>
                                        <p:tgtEl>
                                          <p:spTgt spid="310"/>
                                        </p:tgtEl>
                                      </p:cBhvr>
                                    </p:animEffect>
                                  </p:childTnLst>
                                </p:cTn>
                              </p:par>
                              <p:par>
                                <p:cTn id="94" presetID="10" presetClass="entr" presetSubtype="0" fill="hold" nodeType="withEffect">
                                  <p:stCondLst>
                                    <p:cond delay="0"/>
                                  </p:stCondLst>
                                  <p:childTnLst>
                                    <p:set>
                                      <p:cBhvr>
                                        <p:cTn id="95" dur="1" fill="hold">
                                          <p:stCondLst>
                                            <p:cond delay="0"/>
                                          </p:stCondLst>
                                        </p:cTn>
                                        <p:tgtEl>
                                          <p:spTgt spid="311"/>
                                        </p:tgtEl>
                                        <p:attrNameLst>
                                          <p:attrName>style.visibility</p:attrName>
                                        </p:attrNameLst>
                                      </p:cBhvr>
                                      <p:to>
                                        <p:strVal val="visible"/>
                                      </p:to>
                                    </p:set>
                                    <p:animEffect transition="in" filter="fade">
                                      <p:cBhvr>
                                        <p:cTn id="96" dur="1000"/>
                                        <p:tgtEl>
                                          <p:spTgt spid="311"/>
                                        </p:tgtEl>
                                      </p:cBhvr>
                                    </p:animEffect>
                                  </p:childTnLst>
                                </p:cTn>
                              </p:par>
                              <p:par>
                                <p:cTn id="97" presetID="10" presetClass="entr" presetSubtype="0" fill="hold" nodeType="withEffect">
                                  <p:stCondLst>
                                    <p:cond delay="0"/>
                                  </p:stCondLst>
                                  <p:childTnLst>
                                    <p:set>
                                      <p:cBhvr>
                                        <p:cTn id="98" dur="1" fill="hold">
                                          <p:stCondLst>
                                            <p:cond delay="0"/>
                                          </p:stCondLst>
                                        </p:cTn>
                                        <p:tgtEl>
                                          <p:spTgt spid="309"/>
                                        </p:tgtEl>
                                        <p:attrNameLst>
                                          <p:attrName>style.visibility</p:attrName>
                                        </p:attrNameLst>
                                      </p:cBhvr>
                                      <p:to>
                                        <p:strVal val="visible"/>
                                      </p:to>
                                    </p:set>
                                    <p:animEffect transition="in" filter="fade">
                                      <p:cBhvr>
                                        <p:cTn id="99" dur="1000"/>
                                        <p:tgtEl>
                                          <p:spTgt spid="309"/>
                                        </p:tgtEl>
                                      </p:cBhvr>
                                    </p:animEffect>
                                  </p:childTnLst>
                                </p:cTn>
                              </p:par>
                            </p:childTnLst>
                          </p:cTn>
                        </p:par>
                      </p:childTnLst>
                    </p:cTn>
                  </p:par>
                  <p:par>
                    <p:cTn id="100" fill="hold">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205"/>
                                        </p:tgtEl>
                                        <p:attrNameLst>
                                          <p:attrName>style.visibility</p:attrName>
                                        </p:attrNameLst>
                                      </p:cBhvr>
                                      <p:to>
                                        <p:strVal val="visible"/>
                                      </p:to>
                                    </p:set>
                                    <p:animEffect transition="in" filter="fade">
                                      <p:cBhvr>
                                        <p:cTn id="104" dur="1000"/>
                                        <p:tgtEl>
                                          <p:spTgt spid="205"/>
                                        </p:tgtEl>
                                      </p:cBhvr>
                                    </p:animEffect>
                                  </p:childTnLst>
                                </p:cTn>
                              </p:par>
                            </p:childTnLst>
                          </p:cTn>
                        </p:par>
                        <p:par>
                          <p:cTn id="105" fill="hold">
                            <p:stCondLst>
                              <p:cond delay="1000"/>
                            </p:stCondLst>
                            <p:childTnLst>
                              <p:par>
                                <p:cTn id="106" presetID="10" presetClass="entr" presetSubtype="0" fill="hold" nodeType="afterEffect">
                                  <p:stCondLst>
                                    <p:cond delay="0"/>
                                  </p:stCondLst>
                                  <p:childTnLst>
                                    <p:set>
                                      <p:cBhvr>
                                        <p:cTn id="107" dur="1" fill="hold">
                                          <p:stCondLst>
                                            <p:cond delay="0"/>
                                          </p:stCondLst>
                                        </p:cTn>
                                        <p:tgtEl>
                                          <p:spTgt spid="313"/>
                                        </p:tgtEl>
                                        <p:attrNameLst>
                                          <p:attrName>style.visibility</p:attrName>
                                        </p:attrNameLst>
                                      </p:cBhvr>
                                      <p:to>
                                        <p:strVal val="visible"/>
                                      </p:to>
                                    </p:set>
                                    <p:animEffect transition="in" filter="fade">
                                      <p:cBhvr>
                                        <p:cTn id="108" dur="1000"/>
                                        <p:tgtEl>
                                          <p:spTgt spid="3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8"/>
          <p:cNvSpPr txBox="1"/>
          <p:nvPr/>
        </p:nvSpPr>
        <p:spPr>
          <a:xfrm>
            <a:off x="326800" y="2074400"/>
            <a:ext cx="6646800" cy="1887528"/>
          </a:xfrm>
          <a:prstGeom prst="rect">
            <a:avLst/>
          </a:prstGeom>
          <a:noFill/>
          <a:ln>
            <a:noFill/>
          </a:ln>
        </p:spPr>
        <p:txBody>
          <a:bodyPr spcFirstLastPara="1" wrap="square" lIns="121900" tIns="121900" rIns="121900" bIns="121900" anchor="t" anchorCtr="0">
            <a:spAutoFit/>
          </a:bodyPr>
          <a:lstStyle/>
          <a:p>
            <a:r>
              <a:rPr lang="en" sz="5333">
                <a:latin typeface="Quattrocento"/>
                <a:ea typeface="Quattrocento"/>
                <a:cs typeface="Quattrocento"/>
                <a:sym typeface="Quattrocento"/>
              </a:rPr>
              <a:t>Why Share the Weights?</a:t>
            </a:r>
            <a:endParaRPr sz="5333">
              <a:latin typeface="Quattrocento"/>
              <a:ea typeface="Quattrocento"/>
              <a:cs typeface="Quattrocento"/>
              <a:sym typeface="Quattrocento"/>
            </a:endParaRPr>
          </a:p>
        </p:txBody>
      </p:sp>
      <p:pic>
        <p:nvPicPr>
          <p:cNvPr id="319" name="Google Shape;319;p38"/>
          <p:cNvPicPr preferRelativeResize="0"/>
          <p:nvPr/>
        </p:nvPicPr>
        <p:blipFill>
          <a:blip r:embed="rId3">
            <a:alphaModFix/>
          </a:blip>
          <a:stretch>
            <a:fillRect/>
          </a:stretch>
        </p:blipFill>
        <p:spPr>
          <a:xfrm>
            <a:off x="7103967" y="1365900"/>
            <a:ext cx="3894000" cy="4126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9"/>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Convolution Layer: Multiple Features</a:t>
            </a:r>
            <a:endParaRPr/>
          </a:p>
        </p:txBody>
      </p:sp>
      <p:sp>
        <p:nvSpPr>
          <p:cNvPr id="325" name="Google Shape;325;p39"/>
          <p:cNvSpPr/>
          <p:nvPr/>
        </p:nvSpPr>
        <p:spPr>
          <a:xfrm>
            <a:off x="975000"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26" name="Google Shape;326;p39"/>
          <p:cNvSpPr/>
          <p:nvPr/>
        </p:nvSpPr>
        <p:spPr>
          <a:xfrm>
            <a:off x="1391367"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27" name="Google Shape;327;p39"/>
          <p:cNvSpPr/>
          <p:nvPr/>
        </p:nvSpPr>
        <p:spPr>
          <a:xfrm>
            <a:off x="1807733"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28" name="Google Shape;328;p39"/>
          <p:cNvSpPr/>
          <p:nvPr/>
        </p:nvSpPr>
        <p:spPr>
          <a:xfrm>
            <a:off x="2224100"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29" name="Google Shape;329;p39"/>
          <p:cNvSpPr/>
          <p:nvPr/>
        </p:nvSpPr>
        <p:spPr>
          <a:xfrm>
            <a:off x="2640467"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0" name="Google Shape;330;p39"/>
          <p:cNvSpPr/>
          <p:nvPr/>
        </p:nvSpPr>
        <p:spPr>
          <a:xfrm>
            <a:off x="3056833"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1" name="Google Shape;331;p39"/>
          <p:cNvSpPr/>
          <p:nvPr/>
        </p:nvSpPr>
        <p:spPr>
          <a:xfrm>
            <a:off x="975000" y="40346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2" name="Google Shape;332;p39"/>
          <p:cNvSpPr/>
          <p:nvPr/>
        </p:nvSpPr>
        <p:spPr>
          <a:xfrm>
            <a:off x="1391367"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3" name="Google Shape;333;p39"/>
          <p:cNvSpPr/>
          <p:nvPr/>
        </p:nvSpPr>
        <p:spPr>
          <a:xfrm>
            <a:off x="1807733"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4" name="Google Shape;334;p39"/>
          <p:cNvSpPr/>
          <p:nvPr/>
        </p:nvSpPr>
        <p:spPr>
          <a:xfrm>
            <a:off x="2224100"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5" name="Google Shape;335;p39"/>
          <p:cNvSpPr/>
          <p:nvPr/>
        </p:nvSpPr>
        <p:spPr>
          <a:xfrm>
            <a:off x="2640467"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6" name="Google Shape;336;p39"/>
          <p:cNvSpPr/>
          <p:nvPr/>
        </p:nvSpPr>
        <p:spPr>
          <a:xfrm>
            <a:off x="3056833" y="40346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7" name="Google Shape;337;p39"/>
          <p:cNvSpPr/>
          <p:nvPr/>
        </p:nvSpPr>
        <p:spPr>
          <a:xfrm>
            <a:off x="975000"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8" name="Google Shape;338;p39"/>
          <p:cNvSpPr/>
          <p:nvPr/>
        </p:nvSpPr>
        <p:spPr>
          <a:xfrm>
            <a:off x="1391367"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39" name="Google Shape;339;p39"/>
          <p:cNvSpPr/>
          <p:nvPr/>
        </p:nvSpPr>
        <p:spPr>
          <a:xfrm>
            <a:off x="1807733"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0" name="Google Shape;340;p39"/>
          <p:cNvSpPr/>
          <p:nvPr/>
        </p:nvSpPr>
        <p:spPr>
          <a:xfrm>
            <a:off x="2224100" y="45325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1" name="Google Shape;341;p39"/>
          <p:cNvSpPr/>
          <p:nvPr/>
        </p:nvSpPr>
        <p:spPr>
          <a:xfrm>
            <a:off x="2640467"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2" name="Google Shape;342;p39"/>
          <p:cNvSpPr/>
          <p:nvPr/>
        </p:nvSpPr>
        <p:spPr>
          <a:xfrm>
            <a:off x="3056833"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3" name="Google Shape;343;p39"/>
          <p:cNvSpPr/>
          <p:nvPr/>
        </p:nvSpPr>
        <p:spPr>
          <a:xfrm>
            <a:off x="975000"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4" name="Google Shape;344;p39"/>
          <p:cNvSpPr/>
          <p:nvPr/>
        </p:nvSpPr>
        <p:spPr>
          <a:xfrm>
            <a:off x="1391367"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5" name="Google Shape;345;p39"/>
          <p:cNvSpPr/>
          <p:nvPr/>
        </p:nvSpPr>
        <p:spPr>
          <a:xfrm>
            <a:off x="1807733" y="50304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6" name="Google Shape;346;p39"/>
          <p:cNvSpPr/>
          <p:nvPr/>
        </p:nvSpPr>
        <p:spPr>
          <a:xfrm>
            <a:off x="2224100"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7" name="Google Shape;347;p39"/>
          <p:cNvSpPr/>
          <p:nvPr/>
        </p:nvSpPr>
        <p:spPr>
          <a:xfrm>
            <a:off x="2640467"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8" name="Google Shape;348;p39"/>
          <p:cNvSpPr/>
          <p:nvPr/>
        </p:nvSpPr>
        <p:spPr>
          <a:xfrm>
            <a:off x="3056833"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49" name="Google Shape;349;p39"/>
          <p:cNvSpPr/>
          <p:nvPr/>
        </p:nvSpPr>
        <p:spPr>
          <a:xfrm>
            <a:off x="975000"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50" name="Google Shape;350;p39"/>
          <p:cNvSpPr/>
          <p:nvPr/>
        </p:nvSpPr>
        <p:spPr>
          <a:xfrm>
            <a:off x="1391367" y="55283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51" name="Google Shape;351;p39"/>
          <p:cNvSpPr/>
          <p:nvPr/>
        </p:nvSpPr>
        <p:spPr>
          <a:xfrm>
            <a:off x="1807733"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52" name="Google Shape;352;p39"/>
          <p:cNvSpPr/>
          <p:nvPr/>
        </p:nvSpPr>
        <p:spPr>
          <a:xfrm>
            <a:off x="2224100"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53" name="Google Shape;353;p39"/>
          <p:cNvSpPr/>
          <p:nvPr/>
        </p:nvSpPr>
        <p:spPr>
          <a:xfrm>
            <a:off x="2640467"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54" name="Google Shape;354;p39"/>
          <p:cNvSpPr/>
          <p:nvPr/>
        </p:nvSpPr>
        <p:spPr>
          <a:xfrm>
            <a:off x="3056833"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55" name="Google Shape;355;p39"/>
          <p:cNvSpPr txBox="1">
            <a:spLocks noGrp="1"/>
          </p:cNvSpPr>
          <p:nvPr>
            <p:ph type="body" idx="1"/>
          </p:nvPr>
        </p:nvSpPr>
        <p:spPr>
          <a:xfrm>
            <a:off x="415600" y="1418500"/>
            <a:ext cx="11020000" cy="1684000"/>
          </a:xfrm>
          <a:prstGeom prst="rect">
            <a:avLst/>
          </a:prstGeom>
        </p:spPr>
        <p:txBody>
          <a:bodyPr spcFirstLastPara="1" vert="horz" wrap="square" lIns="121900" tIns="121900" rIns="121900" bIns="121900" rtlCol="0" anchor="t" anchorCtr="0">
            <a:normAutofit fontScale="77500" lnSpcReduction="20000"/>
          </a:bodyPr>
          <a:lstStyle/>
          <a:p>
            <a:pPr indent="-461422">
              <a:lnSpc>
                <a:spcPct val="150000"/>
              </a:lnSpc>
              <a:spcBef>
                <a:spcPts val="853"/>
              </a:spcBef>
              <a:buSzPct val="100000"/>
            </a:pPr>
            <a:r>
              <a:rPr lang="en" sz="2667"/>
              <a:t>Move a window over the input neurons (pixels), extract features</a:t>
            </a:r>
            <a:endParaRPr sz="2667"/>
          </a:p>
          <a:p>
            <a:pPr lvl="1" indent="-461422">
              <a:lnSpc>
                <a:spcPct val="150000"/>
              </a:lnSpc>
              <a:buSzPct val="100000"/>
            </a:pPr>
            <a:r>
              <a:rPr lang="en" sz="2667"/>
              <a:t>The weights are the same (e.g. </a:t>
            </a:r>
            <a:r>
              <a:rPr lang="en" sz="2667">
                <a:solidFill>
                  <a:schemeClr val="accent5"/>
                </a:solidFill>
              </a:rPr>
              <a:t>shared</a:t>
            </a:r>
            <a:r>
              <a:rPr lang="en" sz="2667"/>
              <a:t>) for all filters</a:t>
            </a:r>
            <a:endParaRPr sz="2667"/>
          </a:p>
          <a:p>
            <a:pPr lvl="1" indent="-461422">
              <a:lnSpc>
                <a:spcPct val="150000"/>
              </a:lnSpc>
              <a:buSzPct val="100000"/>
            </a:pPr>
            <a:r>
              <a:rPr lang="en" sz="2667">
                <a:solidFill>
                  <a:schemeClr val="accent1"/>
                </a:solidFill>
              </a:rPr>
              <a:t>Stride</a:t>
            </a:r>
            <a:r>
              <a:rPr lang="en" sz="2667"/>
              <a:t> can be 1, 2 or more (to be tuned)</a:t>
            </a:r>
            <a:endParaRPr sz="2667"/>
          </a:p>
        </p:txBody>
      </p:sp>
      <p:grpSp>
        <p:nvGrpSpPr>
          <p:cNvPr id="356" name="Google Shape;356;p39"/>
          <p:cNvGrpSpPr/>
          <p:nvPr/>
        </p:nvGrpSpPr>
        <p:grpSpPr>
          <a:xfrm>
            <a:off x="3883433" y="3387700"/>
            <a:ext cx="2212400" cy="2148400"/>
            <a:chOff x="2912575" y="2540775"/>
            <a:chExt cx="1659300" cy="1611300"/>
          </a:xfrm>
        </p:grpSpPr>
        <p:sp>
          <p:nvSpPr>
            <p:cNvPr id="357" name="Google Shape;357;p39"/>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58" name="Google Shape;358;p39"/>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59" name="Google Shape;359;p39"/>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0" name="Google Shape;360;p39"/>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1" name="Google Shape;361;p39"/>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2" name="Google Shape;362;p39"/>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3" name="Google Shape;363;p39"/>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4" name="Google Shape;364;p39"/>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5" name="Google Shape;365;p39"/>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6" name="Google Shape;366;p39"/>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7" name="Google Shape;367;p39"/>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8" name="Google Shape;368;p39"/>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69" name="Google Shape;369;p39"/>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70" name="Google Shape;370;p39"/>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71" name="Google Shape;371;p39"/>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72" name="Google Shape;372;p39"/>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73" name="Google Shape;373;p39"/>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374" name="Google Shape;374;p39"/>
          <p:cNvGrpSpPr/>
          <p:nvPr/>
        </p:nvGrpSpPr>
        <p:grpSpPr>
          <a:xfrm>
            <a:off x="4086633" y="3590900"/>
            <a:ext cx="2212400" cy="2148400"/>
            <a:chOff x="2912575" y="2540775"/>
            <a:chExt cx="1659300" cy="1611300"/>
          </a:xfrm>
        </p:grpSpPr>
        <p:sp>
          <p:nvSpPr>
            <p:cNvPr id="375" name="Google Shape;375;p39"/>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76" name="Google Shape;376;p39"/>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77" name="Google Shape;377;p39"/>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78" name="Google Shape;378;p39"/>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79" name="Google Shape;379;p39"/>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0" name="Google Shape;380;p39"/>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1" name="Google Shape;381;p39"/>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2" name="Google Shape;382;p39"/>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3" name="Google Shape;383;p39"/>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4" name="Google Shape;384;p39"/>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5" name="Google Shape;385;p39"/>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6" name="Google Shape;386;p39"/>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7" name="Google Shape;387;p39"/>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8" name="Google Shape;388;p39"/>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89" name="Google Shape;389;p39"/>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90" name="Google Shape;390;p39"/>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91" name="Google Shape;391;p39"/>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392" name="Google Shape;392;p39"/>
          <p:cNvGrpSpPr/>
          <p:nvPr/>
        </p:nvGrpSpPr>
        <p:grpSpPr>
          <a:xfrm>
            <a:off x="4305933" y="3743500"/>
            <a:ext cx="2212400" cy="2148400"/>
            <a:chOff x="2912575" y="2540775"/>
            <a:chExt cx="1659300" cy="1611300"/>
          </a:xfrm>
        </p:grpSpPr>
        <p:sp>
          <p:nvSpPr>
            <p:cNvPr id="393" name="Google Shape;393;p39"/>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94" name="Google Shape;394;p39"/>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95" name="Google Shape;395;p39"/>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96" name="Google Shape;396;p39"/>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97" name="Google Shape;397;p39"/>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98" name="Google Shape;398;p39"/>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399" name="Google Shape;399;p39"/>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0" name="Google Shape;400;p39"/>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1" name="Google Shape;401;p39"/>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2" name="Google Shape;402;p39"/>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3" name="Google Shape;403;p39"/>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4" name="Google Shape;404;p39"/>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5" name="Google Shape;405;p39"/>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6" name="Google Shape;406;p39"/>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7" name="Google Shape;407;p39"/>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8" name="Google Shape;408;p39"/>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09" name="Google Shape;409;p39"/>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410" name="Google Shape;410;p39"/>
          <p:cNvGrpSpPr/>
          <p:nvPr/>
        </p:nvGrpSpPr>
        <p:grpSpPr>
          <a:xfrm>
            <a:off x="873409" y="3441800"/>
            <a:ext cx="3399559" cy="1549200"/>
            <a:chOff x="655056" y="2581350"/>
            <a:chExt cx="2549669" cy="1161900"/>
          </a:xfrm>
        </p:grpSpPr>
        <p:sp>
          <p:nvSpPr>
            <p:cNvPr id="411" name="Google Shape;411;p39"/>
            <p:cNvSpPr/>
            <p:nvPr/>
          </p:nvSpPr>
          <p:spPr>
            <a:xfrm>
              <a:off x="655056" y="2581350"/>
              <a:ext cx="1125000" cy="1161900"/>
            </a:xfrm>
            <a:prstGeom prst="roundRect">
              <a:avLst>
                <a:gd name="adj" fmla="val 16667"/>
              </a:avLst>
            </a:prstGeom>
            <a:noFill/>
            <a:ln w="19050" cap="flat" cmpd="sng">
              <a:solidFill>
                <a:schemeClr val="accent4"/>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412" name="Google Shape;412;p39"/>
            <p:cNvGrpSpPr/>
            <p:nvPr/>
          </p:nvGrpSpPr>
          <p:grpSpPr>
            <a:xfrm>
              <a:off x="815273" y="2681207"/>
              <a:ext cx="2389452" cy="799200"/>
              <a:chOff x="793798" y="2081064"/>
              <a:chExt cx="2254200" cy="799200"/>
            </a:xfrm>
          </p:grpSpPr>
          <p:cxnSp>
            <p:nvCxnSpPr>
              <p:cNvPr id="413" name="Google Shape;413;p39"/>
              <p:cNvCxnSpPr>
                <a:endCxn id="376" idx="2"/>
              </p:cNvCxnSpPr>
              <p:nvPr/>
            </p:nvCxnSpPr>
            <p:spPr>
              <a:xfrm>
                <a:off x="793798" y="2122164"/>
                <a:ext cx="2254200" cy="258000"/>
              </a:xfrm>
              <a:prstGeom prst="straightConnector1">
                <a:avLst/>
              </a:prstGeom>
              <a:noFill/>
              <a:ln w="9525" cap="flat" cmpd="sng">
                <a:solidFill>
                  <a:schemeClr val="accent4"/>
                </a:solidFill>
                <a:prstDash val="solid"/>
                <a:round/>
                <a:headEnd type="none" w="med" len="med"/>
                <a:tailEnd type="triangle" w="med" len="med"/>
              </a:ln>
            </p:spPr>
          </p:cxnSp>
          <p:cxnSp>
            <p:nvCxnSpPr>
              <p:cNvPr id="414" name="Google Shape;414;p39"/>
              <p:cNvCxnSpPr>
                <a:endCxn id="376" idx="2"/>
              </p:cNvCxnSpPr>
              <p:nvPr/>
            </p:nvCxnSpPr>
            <p:spPr>
              <a:xfrm>
                <a:off x="1124698" y="2097264"/>
                <a:ext cx="1923300" cy="282900"/>
              </a:xfrm>
              <a:prstGeom prst="straightConnector1">
                <a:avLst/>
              </a:prstGeom>
              <a:noFill/>
              <a:ln w="9525" cap="flat" cmpd="sng">
                <a:solidFill>
                  <a:schemeClr val="accent4"/>
                </a:solidFill>
                <a:prstDash val="solid"/>
                <a:round/>
                <a:headEnd type="none" w="med" len="med"/>
                <a:tailEnd type="triangle" w="med" len="med"/>
              </a:ln>
            </p:spPr>
          </p:cxnSp>
          <p:cxnSp>
            <p:nvCxnSpPr>
              <p:cNvPr id="415" name="Google Shape;415;p39"/>
              <p:cNvCxnSpPr>
                <a:endCxn id="376" idx="2"/>
              </p:cNvCxnSpPr>
              <p:nvPr/>
            </p:nvCxnSpPr>
            <p:spPr>
              <a:xfrm>
                <a:off x="1504498" y="2081064"/>
                <a:ext cx="1543500" cy="299100"/>
              </a:xfrm>
              <a:prstGeom prst="straightConnector1">
                <a:avLst/>
              </a:prstGeom>
              <a:noFill/>
              <a:ln w="9525" cap="flat" cmpd="sng">
                <a:solidFill>
                  <a:schemeClr val="accent4"/>
                </a:solidFill>
                <a:prstDash val="solid"/>
                <a:round/>
                <a:headEnd type="none" w="med" len="med"/>
                <a:tailEnd type="triangle" w="med" len="med"/>
              </a:ln>
            </p:spPr>
          </p:cxnSp>
          <p:cxnSp>
            <p:nvCxnSpPr>
              <p:cNvPr id="416" name="Google Shape;416;p39"/>
              <p:cNvCxnSpPr>
                <a:endCxn id="376" idx="2"/>
              </p:cNvCxnSpPr>
              <p:nvPr/>
            </p:nvCxnSpPr>
            <p:spPr>
              <a:xfrm rot="10800000" flipH="1">
                <a:off x="869998" y="2380164"/>
                <a:ext cx="2178000" cy="123000"/>
              </a:xfrm>
              <a:prstGeom prst="straightConnector1">
                <a:avLst/>
              </a:prstGeom>
              <a:noFill/>
              <a:ln w="9525" cap="flat" cmpd="sng">
                <a:solidFill>
                  <a:schemeClr val="accent4"/>
                </a:solidFill>
                <a:prstDash val="solid"/>
                <a:round/>
                <a:headEnd type="none" w="med" len="med"/>
                <a:tailEnd type="triangle" w="med" len="med"/>
              </a:ln>
            </p:spPr>
          </p:cxnSp>
          <p:cxnSp>
            <p:nvCxnSpPr>
              <p:cNvPr id="417" name="Google Shape;417;p39"/>
              <p:cNvCxnSpPr>
                <a:endCxn id="376" idx="2"/>
              </p:cNvCxnSpPr>
              <p:nvPr/>
            </p:nvCxnSpPr>
            <p:spPr>
              <a:xfrm rot="10800000" flipH="1">
                <a:off x="1186798" y="2380164"/>
                <a:ext cx="1861200" cy="159600"/>
              </a:xfrm>
              <a:prstGeom prst="straightConnector1">
                <a:avLst/>
              </a:prstGeom>
              <a:noFill/>
              <a:ln w="9525" cap="flat" cmpd="sng">
                <a:solidFill>
                  <a:schemeClr val="accent4"/>
                </a:solidFill>
                <a:prstDash val="solid"/>
                <a:round/>
                <a:headEnd type="none" w="med" len="med"/>
                <a:tailEnd type="triangle" w="med" len="med"/>
              </a:ln>
            </p:spPr>
          </p:cxnSp>
          <p:cxnSp>
            <p:nvCxnSpPr>
              <p:cNvPr id="418" name="Google Shape;418;p39"/>
              <p:cNvCxnSpPr>
                <a:endCxn id="376" idx="2"/>
              </p:cNvCxnSpPr>
              <p:nvPr/>
            </p:nvCxnSpPr>
            <p:spPr>
              <a:xfrm rot="10800000" flipH="1">
                <a:off x="1505998" y="2380164"/>
                <a:ext cx="1542000" cy="195300"/>
              </a:xfrm>
              <a:prstGeom prst="straightConnector1">
                <a:avLst/>
              </a:prstGeom>
              <a:noFill/>
              <a:ln w="9525" cap="flat" cmpd="sng">
                <a:solidFill>
                  <a:schemeClr val="accent4"/>
                </a:solidFill>
                <a:prstDash val="solid"/>
                <a:round/>
                <a:headEnd type="none" w="med" len="med"/>
                <a:tailEnd type="triangle" w="med" len="med"/>
              </a:ln>
            </p:spPr>
          </p:cxnSp>
          <p:cxnSp>
            <p:nvCxnSpPr>
              <p:cNvPr id="419" name="Google Shape;419;p39"/>
              <p:cNvCxnSpPr>
                <a:endCxn id="376" idx="2"/>
              </p:cNvCxnSpPr>
              <p:nvPr/>
            </p:nvCxnSpPr>
            <p:spPr>
              <a:xfrm rot="10800000" flipH="1">
                <a:off x="869998" y="2380164"/>
                <a:ext cx="2178000" cy="477300"/>
              </a:xfrm>
              <a:prstGeom prst="straightConnector1">
                <a:avLst/>
              </a:prstGeom>
              <a:noFill/>
              <a:ln w="9525" cap="flat" cmpd="sng">
                <a:solidFill>
                  <a:schemeClr val="accent4"/>
                </a:solidFill>
                <a:prstDash val="solid"/>
                <a:round/>
                <a:headEnd type="none" w="med" len="med"/>
                <a:tailEnd type="triangle" w="med" len="med"/>
              </a:ln>
            </p:spPr>
          </p:cxnSp>
          <p:cxnSp>
            <p:nvCxnSpPr>
              <p:cNvPr id="420" name="Google Shape;420;p39"/>
              <p:cNvCxnSpPr>
                <a:endCxn id="376" idx="2"/>
              </p:cNvCxnSpPr>
              <p:nvPr/>
            </p:nvCxnSpPr>
            <p:spPr>
              <a:xfrm rot="10800000" flipH="1">
                <a:off x="1110598" y="2380164"/>
                <a:ext cx="1937400" cy="464400"/>
              </a:xfrm>
              <a:prstGeom prst="straightConnector1">
                <a:avLst/>
              </a:prstGeom>
              <a:noFill/>
              <a:ln w="9525" cap="flat" cmpd="sng">
                <a:solidFill>
                  <a:schemeClr val="accent4"/>
                </a:solidFill>
                <a:prstDash val="solid"/>
                <a:round/>
                <a:headEnd type="none" w="med" len="med"/>
                <a:tailEnd type="triangle" w="med" len="med"/>
              </a:ln>
            </p:spPr>
          </p:cxnSp>
          <p:cxnSp>
            <p:nvCxnSpPr>
              <p:cNvPr id="421" name="Google Shape;421;p39"/>
              <p:cNvCxnSpPr>
                <a:endCxn id="376" idx="2"/>
              </p:cNvCxnSpPr>
              <p:nvPr/>
            </p:nvCxnSpPr>
            <p:spPr>
              <a:xfrm rot="10800000" flipH="1">
                <a:off x="1505998" y="2380164"/>
                <a:ext cx="1542000" cy="500100"/>
              </a:xfrm>
              <a:prstGeom prst="straightConnector1">
                <a:avLst/>
              </a:prstGeom>
              <a:noFill/>
              <a:ln w="9525" cap="flat" cmpd="sng">
                <a:solidFill>
                  <a:schemeClr val="accent4"/>
                </a:solidFill>
                <a:prstDash val="solid"/>
                <a:round/>
                <a:headEnd type="none" w="med" len="med"/>
                <a:tailEnd type="triangle" w="med" len="med"/>
              </a:ln>
            </p:spPr>
          </p:cxnSp>
        </p:grpSp>
      </p:grpSp>
      <p:sp>
        <p:nvSpPr>
          <p:cNvPr id="422" name="Google Shape;422;p39"/>
          <p:cNvSpPr txBox="1"/>
          <p:nvPr/>
        </p:nvSpPr>
        <p:spPr>
          <a:xfrm>
            <a:off x="1025233" y="6147401"/>
            <a:ext cx="21980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Input Layer</a:t>
            </a:r>
            <a:endParaRPr sz="2133">
              <a:solidFill>
                <a:srgbClr val="666666"/>
              </a:solidFill>
              <a:latin typeface="Questrial"/>
              <a:ea typeface="Questrial"/>
              <a:cs typeface="Questrial"/>
              <a:sym typeface="Questrial"/>
            </a:endParaRPr>
          </a:p>
        </p:txBody>
      </p:sp>
      <p:sp>
        <p:nvSpPr>
          <p:cNvPr id="423" name="Google Shape;423;p39"/>
          <p:cNvSpPr txBox="1"/>
          <p:nvPr/>
        </p:nvSpPr>
        <p:spPr>
          <a:xfrm>
            <a:off x="3890633" y="6147401"/>
            <a:ext cx="26276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Convolution Layer</a:t>
            </a:r>
            <a:endParaRPr sz="2133">
              <a:solidFill>
                <a:srgbClr val="666666"/>
              </a:solidFill>
              <a:latin typeface="Questrial"/>
              <a:ea typeface="Questrial"/>
              <a:cs typeface="Questrial"/>
              <a:sym typeface="Questrial"/>
            </a:endParaRPr>
          </a:p>
        </p:txBody>
      </p:sp>
      <p:sp>
        <p:nvSpPr>
          <p:cNvPr id="424" name="Google Shape;424;p39"/>
          <p:cNvSpPr txBox="1"/>
          <p:nvPr/>
        </p:nvSpPr>
        <p:spPr>
          <a:xfrm>
            <a:off x="7068733" y="3431101"/>
            <a:ext cx="4780000" cy="2831504"/>
          </a:xfrm>
          <a:prstGeom prst="rect">
            <a:avLst/>
          </a:prstGeom>
          <a:noFill/>
          <a:ln>
            <a:noFill/>
          </a:ln>
        </p:spPr>
        <p:txBody>
          <a:bodyPr spcFirstLastPara="1" wrap="square" lIns="121900" tIns="121900" rIns="121900" bIns="121900" anchor="t" anchorCtr="0">
            <a:spAutoFit/>
          </a:bodyPr>
          <a:lstStyle/>
          <a:p>
            <a:r>
              <a:rPr lang="en" sz="2400">
                <a:solidFill>
                  <a:srgbClr val="666666"/>
                </a:solidFill>
                <a:latin typeface="Questrial"/>
                <a:ea typeface="Questrial"/>
                <a:cs typeface="Questrial"/>
                <a:sym typeface="Questrial"/>
              </a:rPr>
              <a:t>Locally extract </a:t>
            </a:r>
            <a:r>
              <a:rPr lang="en" sz="2400" i="1">
                <a:solidFill>
                  <a:srgbClr val="666666"/>
                </a:solidFill>
                <a:latin typeface="Questrial"/>
                <a:ea typeface="Questrial"/>
                <a:cs typeface="Questrial"/>
                <a:sym typeface="Questrial"/>
              </a:rPr>
              <a:t>meaningful </a:t>
            </a:r>
            <a:r>
              <a:rPr lang="en" sz="2400">
                <a:solidFill>
                  <a:srgbClr val="666666"/>
                </a:solidFill>
                <a:latin typeface="Questrial"/>
                <a:ea typeface="Questrial"/>
                <a:cs typeface="Questrial"/>
                <a:sym typeface="Questrial"/>
              </a:rPr>
              <a:t>features from a </a:t>
            </a:r>
            <a:r>
              <a:rPr lang="en" sz="2400" b="1">
                <a:solidFill>
                  <a:srgbClr val="666666"/>
                </a:solidFill>
                <a:latin typeface="Questrial"/>
                <a:ea typeface="Questrial"/>
                <a:cs typeface="Questrial"/>
                <a:sym typeface="Questrial"/>
              </a:rPr>
              <a:t>limited, but shared</a:t>
            </a:r>
            <a:r>
              <a:rPr lang="en" sz="2400">
                <a:solidFill>
                  <a:srgbClr val="666666"/>
                </a:solidFill>
                <a:latin typeface="Questrial"/>
                <a:ea typeface="Questrial"/>
                <a:cs typeface="Questrial"/>
                <a:sym typeface="Questrial"/>
              </a:rPr>
              <a:t> receptive field.</a:t>
            </a:r>
            <a:endParaRPr sz="2400">
              <a:solidFill>
                <a:srgbClr val="666666"/>
              </a:solidFill>
              <a:latin typeface="Questrial"/>
              <a:ea typeface="Questrial"/>
              <a:cs typeface="Questrial"/>
              <a:sym typeface="Questrial"/>
            </a:endParaRPr>
          </a:p>
          <a:p>
            <a:endParaRPr sz="2400">
              <a:solidFill>
                <a:srgbClr val="666666"/>
              </a:solidFill>
              <a:latin typeface="Questrial"/>
              <a:ea typeface="Questrial"/>
              <a:cs typeface="Questrial"/>
              <a:sym typeface="Questrial"/>
            </a:endParaRPr>
          </a:p>
          <a:p>
            <a:r>
              <a:rPr lang="en" sz="2400">
                <a:solidFill>
                  <a:srgbClr val="666666"/>
                </a:solidFill>
                <a:latin typeface="Questrial"/>
                <a:ea typeface="Questrial"/>
                <a:cs typeface="Questrial"/>
                <a:sym typeface="Questrial"/>
              </a:rPr>
              <a:t>Keep the weights similar to reduce number of parameters and overfitting.</a:t>
            </a:r>
            <a:endParaRPr sz="2400">
              <a:solidFill>
                <a:srgbClr val="666666"/>
              </a:solidFill>
              <a:latin typeface="Questrial"/>
              <a:ea typeface="Questrial"/>
              <a:cs typeface="Questrial"/>
              <a:sym typeface="Quest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0"/>
                                        </p:tgtEl>
                                        <p:attrNameLst>
                                          <p:attrName>style.visibility</p:attrName>
                                        </p:attrNameLst>
                                      </p:cBhvr>
                                      <p:to>
                                        <p:strVal val="visible"/>
                                      </p:to>
                                    </p:set>
                                    <p:animEffect transition="in" filter="fade">
                                      <p:cBhvr>
                                        <p:cTn id="7" dur="1000"/>
                                        <p:tgtEl>
                                          <p:spTgt spid="410"/>
                                        </p:tgtEl>
                                      </p:cBhvr>
                                    </p:animEffec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74"/>
                                        </p:tgtEl>
                                        <p:attrNameLst>
                                          <p:attrName>style.visibility</p:attrName>
                                        </p:attrNameLst>
                                      </p:cBhvr>
                                      <p:to>
                                        <p:strVal val="visible"/>
                                      </p:to>
                                    </p:set>
                                    <p:animEffect transition="in" filter="fade">
                                      <p:cBhvr>
                                        <p:cTn id="11" dur="1000"/>
                                        <p:tgtEl>
                                          <p:spTgt spid="374"/>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92"/>
                                        </p:tgtEl>
                                        <p:attrNameLst>
                                          <p:attrName>style.visibility</p:attrName>
                                        </p:attrNameLst>
                                      </p:cBhvr>
                                      <p:to>
                                        <p:strVal val="visible"/>
                                      </p:to>
                                    </p:set>
                                    <p:animEffect transition="in" filter="fade">
                                      <p:cBhvr>
                                        <p:cTn id="16" dur="1000"/>
                                        <p:tgtEl>
                                          <p:spTgt spid="39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24">
                                            <p:txEl>
                                              <p:pRg st="0" end="0"/>
                                            </p:txEl>
                                          </p:spTgt>
                                        </p:tgtEl>
                                        <p:attrNameLst>
                                          <p:attrName>style.visibility</p:attrName>
                                        </p:attrNameLst>
                                      </p:cBhvr>
                                      <p:to>
                                        <p:strVal val="visible"/>
                                      </p:to>
                                    </p:set>
                                    <p:animEffect transition="in" filter="fade">
                                      <p:cBhvr>
                                        <p:cTn id="21" dur="1000"/>
                                        <p:tgtEl>
                                          <p:spTgt spid="424">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424">
                                            <p:txEl>
                                              <p:pRg st="2" end="2"/>
                                            </p:txEl>
                                          </p:spTgt>
                                        </p:tgtEl>
                                        <p:attrNameLst>
                                          <p:attrName>style.visibility</p:attrName>
                                        </p:attrNameLst>
                                      </p:cBhvr>
                                      <p:to>
                                        <p:strVal val="visible"/>
                                      </p:to>
                                    </p:set>
                                    <p:animEffect transition="in" filter="fade">
                                      <p:cBhvr>
                                        <p:cTn id="26" dur="1000"/>
                                        <p:tgtEl>
                                          <p:spTgt spid="4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4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Convolution Layer: Multiple Features</a:t>
            </a:r>
            <a:endParaRPr/>
          </a:p>
        </p:txBody>
      </p:sp>
      <p:pic>
        <p:nvPicPr>
          <p:cNvPr id="430" name="Google Shape;430;p40"/>
          <p:cNvPicPr preferRelativeResize="0"/>
          <p:nvPr/>
        </p:nvPicPr>
        <p:blipFill>
          <a:blip r:embed="rId3">
            <a:alphaModFix/>
          </a:blip>
          <a:stretch>
            <a:fillRect/>
          </a:stretch>
        </p:blipFill>
        <p:spPr>
          <a:xfrm>
            <a:off x="1991917" y="2139301"/>
            <a:ext cx="8208168" cy="4608300"/>
          </a:xfrm>
          <a:prstGeom prst="rect">
            <a:avLst/>
          </a:prstGeom>
          <a:noFill/>
          <a:ln>
            <a:noFill/>
          </a:ln>
        </p:spPr>
      </p:pic>
      <p:sp>
        <p:nvSpPr>
          <p:cNvPr id="431" name="Google Shape;431;p40"/>
          <p:cNvSpPr txBox="1">
            <a:spLocks noGrp="1"/>
          </p:cNvSpPr>
          <p:nvPr>
            <p:ph type="body" idx="1"/>
          </p:nvPr>
        </p:nvSpPr>
        <p:spPr>
          <a:xfrm>
            <a:off x="0" y="1520100"/>
            <a:ext cx="12192000" cy="619200"/>
          </a:xfrm>
          <a:prstGeom prst="rect">
            <a:avLst/>
          </a:prstGeom>
        </p:spPr>
        <p:txBody>
          <a:bodyPr spcFirstLastPara="1" vert="horz" wrap="square" lIns="121900" tIns="121900" rIns="121900" bIns="121900" rtlCol="0" anchor="t" anchorCtr="0">
            <a:noAutofit/>
          </a:bodyPr>
          <a:lstStyle/>
          <a:p>
            <a:pPr indent="-406390">
              <a:lnSpc>
                <a:spcPct val="150000"/>
              </a:lnSpc>
              <a:spcBef>
                <a:spcPts val="853"/>
              </a:spcBef>
              <a:buSzPts val="1200"/>
            </a:pPr>
            <a:r>
              <a:rPr lang="en" sz="1600"/>
              <a:t>Source: towardsdatascience.com/a-comprehensive-guide-to-convolutional-neural-networks-the-eli5-way-3bd2b1164a53 </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1"/>
          <p:cNvSpPr/>
          <p:nvPr/>
        </p:nvSpPr>
        <p:spPr>
          <a:xfrm>
            <a:off x="6907567" y="3751233"/>
            <a:ext cx="1239600" cy="1144800"/>
          </a:xfrm>
          <a:prstGeom prst="rect">
            <a:avLst/>
          </a:prstGeom>
          <a:solidFill>
            <a:srgbClr val="F7EAE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37" name="Google Shape;437;p41"/>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Pooling</a:t>
            </a:r>
            <a:endParaRPr/>
          </a:p>
        </p:txBody>
      </p:sp>
      <p:sp>
        <p:nvSpPr>
          <p:cNvPr id="438" name="Google Shape;438;p41"/>
          <p:cNvSpPr/>
          <p:nvPr/>
        </p:nvSpPr>
        <p:spPr>
          <a:xfrm>
            <a:off x="975000"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39" name="Google Shape;439;p41"/>
          <p:cNvSpPr/>
          <p:nvPr/>
        </p:nvSpPr>
        <p:spPr>
          <a:xfrm>
            <a:off x="1391367"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40" name="Google Shape;440;p41"/>
          <p:cNvSpPr/>
          <p:nvPr/>
        </p:nvSpPr>
        <p:spPr>
          <a:xfrm>
            <a:off x="1807733"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41" name="Google Shape;441;p41"/>
          <p:cNvSpPr/>
          <p:nvPr/>
        </p:nvSpPr>
        <p:spPr>
          <a:xfrm>
            <a:off x="2224100"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42" name="Google Shape;442;p41"/>
          <p:cNvSpPr/>
          <p:nvPr/>
        </p:nvSpPr>
        <p:spPr>
          <a:xfrm>
            <a:off x="2640467"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43" name="Google Shape;443;p41"/>
          <p:cNvSpPr/>
          <p:nvPr/>
        </p:nvSpPr>
        <p:spPr>
          <a:xfrm>
            <a:off x="3056833"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44" name="Google Shape;444;p41"/>
          <p:cNvSpPr/>
          <p:nvPr/>
        </p:nvSpPr>
        <p:spPr>
          <a:xfrm>
            <a:off x="975000" y="40346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45" name="Google Shape;445;p41"/>
          <p:cNvSpPr/>
          <p:nvPr/>
        </p:nvSpPr>
        <p:spPr>
          <a:xfrm>
            <a:off x="1391367"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46" name="Google Shape;446;p41"/>
          <p:cNvSpPr/>
          <p:nvPr/>
        </p:nvSpPr>
        <p:spPr>
          <a:xfrm>
            <a:off x="1807733"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47" name="Google Shape;447;p41"/>
          <p:cNvSpPr/>
          <p:nvPr/>
        </p:nvSpPr>
        <p:spPr>
          <a:xfrm>
            <a:off x="2224100"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48" name="Google Shape;448;p41"/>
          <p:cNvSpPr/>
          <p:nvPr/>
        </p:nvSpPr>
        <p:spPr>
          <a:xfrm>
            <a:off x="2640467"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49" name="Google Shape;449;p41"/>
          <p:cNvSpPr/>
          <p:nvPr/>
        </p:nvSpPr>
        <p:spPr>
          <a:xfrm>
            <a:off x="3056833" y="40346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0" name="Google Shape;450;p41"/>
          <p:cNvSpPr/>
          <p:nvPr/>
        </p:nvSpPr>
        <p:spPr>
          <a:xfrm>
            <a:off x="975000"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1" name="Google Shape;451;p41"/>
          <p:cNvSpPr/>
          <p:nvPr/>
        </p:nvSpPr>
        <p:spPr>
          <a:xfrm>
            <a:off x="1391367"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2" name="Google Shape;452;p41"/>
          <p:cNvSpPr/>
          <p:nvPr/>
        </p:nvSpPr>
        <p:spPr>
          <a:xfrm>
            <a:off x="1807733"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3" name="Google Shape;453;p41"/>
          <p:cNvSpPr/>
          <p:nvPr/>
        </p:nvSpPr>
        <p:spPr>
          <a:xfrm>
            <a:off x="2224100" y="45325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4" name="Google Shape;454;p41"/>
          <p:cNvSpPr/>
          <p:nvPr/>
        </p:nvSpPr>
        <p:spPr>
          <a:xfrm>
            <a:off x="2640467"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5" name="Google Shape;455;p41"/>
          <p:cNvSpPr/>
          <p:nvPr/>
        </p:nvSpPr>
        <p:spPr>
          <a:xfrm>
            <a:off x="3056833"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6" name="Google Shape;456;p41"/>
          <p:cNvSpPr/>
          <p:nvPr/>
        </p:nvSpPr>
        <p:spPr>
          <a:xfrm>
            <a:off x="975000"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7" name="Google Shape;457;p41"/>
          <p:cNvSpPr/>
          <p:nvPr/>
        </p:nvSpPr>
        <p:spPr>
          <a:xfrm>
            <a:off x="1391367"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8" name="Google Shape;458;p41"/>
          <p:cNvSpPr/>
          <p:nvPr/>
        </p:nvSpPr>
        <p:spPr>
          <a:xfrm>
            <a:off x="1807733" y="50304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59" name="Google Shape;459;p41"/>
          <p:cNvSpPr/>
          <p:nvPr/>
        </p:nvSpPr>
        <p:spPr>
          <a:xfrm>
            <a:off x="2224100"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0" name="Google Shape;460;p41"/>
          <p:cNvSpPr/>
          <p:nvPr/>
        </p:nvSpPr>
        <p:spPr>
          <a:xfrm>
            <a:off x="2640467"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1" name="Google Shape;461;p41"/>
          <p:cNvSpPr/>
          <p:nvPr/>
        </p:nvSpPr>
        <p:spPr>
          <a:xfrm>
            <a:off x="3056833"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2" name="Google Shape;462;p41"/>
          <p:cNvSpPr/>
          <p:nvPr/>
        </p:nvSpPr>
        <p:spPr>
          <a:xfrm>
            <a:off x="975000"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3" name="Google Shape;463;p41"/>
          <p:cNvSpPr/>
          <p:nvPr/>
        </p:nvSpPr>
        <p:spPr>
          <a:xfrm>
            <a:off x="1391367" y="55283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4" name="Google Shape;464;p41"/>
          <p:cNvSpPr/>
          <p:nvPr/>
        </p:nvSpPr>
        <p:spPr>
          <a:xfrm>
            <a:off x="1807733"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5" name="Google Shape;465;p41"/>
          <p:cNvSpPr/>
          <p:nvPr/>
        </p:nvSpPr>
        <p:spPr>
          <a:xfrm>
            <a:off x="2224100"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6" name="Google Shape;466;p41"/>
          <p:cNvSpPr/>
          <p:nvPr/>
        </p:nvSpPr>
        <p:spPr>
          <a:xfrm>
            <a:off x="2640467"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7" name="Google Shape;467;p41"/>
          <p:cNvSpPr/>
          <p:nvPr/>
        </p:nvSpPr>
        <p:spPr>
          <a:xfrm>
            <a:off x="3056833"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68" name="Google Shape;468;p41"/>
          <p:cNvSpPr txBox="1">
            <a:spLocks noGrp="1"/>
          </p:cNvSpPr>
          <p:nvPr>
            <p:ph type="body" idx="1"/>
          </p:nvPr>
        </p:nvSpPr>
        <p:spPr>
          <a:xfrm>
            <a:off x="415600" y="1418500"/>
            <a:ext cx="11020000" cy="1684000"/>
          </a:xfrm>
          <a:prstGeom prst="rect">
            <a:avLst/>
          </a:prstGeom>
        </p:spPr>
        <p:txBody>
          <a:bodyPr spcFirstLastPara="1" vert="horz" wrap="square" lIns="121900" tIns="121900" rIns="121900" bIns="121900" rtlCol="0" anchor="t" anchorCtr="0">
            <a:normAutofit/>
          </a:bodyPr>
          <a:lstStyle/>
          <a:p>
            <a:pPr indent="-474121">
              <a:lnSpc>
                <a:spcPct val="115000"/>
              </a:lnSpc>
              <a:spcBef>
                <a:spcPts val="853"/>
              </a:spcBef>
              <a:buSzPts val="2000"/>
            </a:pPr>
            <a:r>
              <a:rPr lang="en" sz="2667" dirty="0"/>
              <a:t>Combine the results of previous layers</a:t>
            </a:r>
            <a:endParaRPr sz="2667" dirty="0"/>
          </a:p>
          <a:p>
            <a:pPr lvl="1" indent="-457189">
              <a:lnSpc>
                <a:spcPct val="115000"/>
              </a:lnSpc>
              <a:buSzPts val="1800"/>
            </a:pPr>
            <a:r>
              <a:rPr lang="en" dirty="0"/>
              <a:t>Max pooling</a:t>
            </a:r>
            <a:endParaRPr dirty="0"/>
          </a:p>
          <a:p>
            <a:pPr lvl="1" indent="-457189">
              <a:lnSpc>
                <a:spcPct val="115000"/>
              </a:lnSpc>
              <a:buSzPts val="1800"/>
            </a:pPr>
            <a:r>
              <a:rPr lang="en" dirty="0"/>
              <a:t>Average pooling</a:t>
            </a:r>
            <a:endParaRPr dirty="0"/>
          </a:p>
        </p:txBody>
      </p:sp>
      <p:grpSp>
        <p:nvGrpSpPr>
          <p:cNvPr id="469" name="Google Shape;469;p41"/>
          <p:cNvGrpSpPr/>
          <p:nvPr/>
        </p:nvGrpSpPr>
        <p:grpSpPr>
          <a:xfrm>
            <a:off x="3883433" y="3387700"/>
            <a:ext cx="2212400" cy="2148400"/>
            <a:chOff x="2912575" y="2540775"/>
            <a:chExt cx="1659300" cy="1611300"/>
          </a:xfrm>
        </p:grpSpPr>
        <p:sp>
          <p:nvSpPr>
            <p:cNvPr id="470" name="Google Shape;470;p41"/>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71" name="Google Shape;471;p41"/>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72" name="Google Shape;472;p41"/>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73" name="Google Shape;473;p41"/>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74" name="Google Shape;474;p41"/>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75" name="Google Shape;475;p41"/>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76" name="Google Shape;476;p41"/>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77" name="Google Shape;477;p41"/>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78" name="Google Shape;478;p41"/>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79" name="Google Shape;479;p41"/>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80" name="Google Shape;480;p41"/>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81" name="Google Shape;481;p41"/>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82" name="Google Shape;482;p41"/>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83" name="Google Shape;483;p41"/>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84" name="Google Shape;484;p41"/>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85" name="Google Shape;485;p41"/>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86" name="Google Shape;486;p41"/>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487" name="Google Shape;487;p41"/>
          <p:cNvGrpSpPr/>
          <p:nvPr/>
        </p:nvGrpSpPr>
        <p:grpSpPr>
          <a:xfrm>
            <a:off x="4086633" y="3590900"/>
            <a:ext cx="2212400" cy="2148400"/>
            <a:chOff x="2912575" y="2540775"/>
            <a:chExt cx="1659300" cy="1611300"/>
          </a:xfrm>
        </p:grpSpPr>
        <p:sp>
          <p:nvSpPr>
            <p:cNvPr id="488" name="Google Shape;488;p41"/>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89" name="Google Shape;489;p41"/>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90" name="Google Shape;490;p41"/>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91" name="Google Shape;491;p41"/>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92" name="Google Shape;492;p41"/>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93" name="Google Shape;493;p41"/>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94" name="Google Shape;494;p41"/>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95" name="Google Shape;495;p41"/>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96" name="Google Shape;496;p41"/>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97" name="Google Shape;497;p41"/>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98" name="Google Shape;498;p41"/>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499" name="Google Shape;499;p41"/>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00" name="Google Shape;500;p41"/>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01" name="Google Shape;501;p41"/>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02" name="Google Shape;502;p41"/>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03" name="Google Shape;503;p41"/>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04" name="Google Shape;504;p41"/>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505" name="Google Shape;505;p41"/>
          <p:cNvGrpSpPr/>
          <p:nvPr/>
        </p:nvGrpSpPr>
        <p:grpSpPr>
          <a:xfrm>
            <a:off x="4305933" y="3743500"/>
            <a:ext cx="2212400" cy="2148400"/>
            <a:chOff x="2912575" y="2540775"/>
            <a:chExt cx="1659300" cy="1611300"/>
          </a:xfrm>
        </p:grpSpPr>
        <p:sp>
          <p:nvSpPr>
            <p:cNvPr id="506" name="Google Shape;506;p41"/>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07" name="Google Shape;507;p41"/>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08" name="Google Shape;508;p41"/>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09" name="Google Shape;509;p41"/>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10" name="Google Shape;510;p41"/>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11" name="Google Shape;511;p41"/>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12" name="Google Shape;512;p41"/>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13" name="Google Shape;513;p41"/>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14" name="Google Shape;514;p41"/>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15" name="Google Shape;515;p41"/>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16" name="Google Shape;516;p41"/>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17" name="Google Shape;517;p41"/>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18" name="Google Shape;518;p41"/>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19" name="Google Shape;519;p41"/>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20" name="Google Shape;520;p41"/>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21" name="Google Shape;521;p41"/>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22" name="Google Shape;522;p41"/>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523" name="Google Shape;523;p41"/>
          <p:cNvGrpSpPr/>
          <p:nvPr/>
        </p:nvGrpSpPr>
        <p:grpSpPr>
          <a:xfrm>
            <a:off x="873409" y="3441800"/>
            <a:ext cx="3399559" cy="1549200"/>
            <a:chOff x="655056" y="2581350"/>
            <a:chExt cx="2549669" cy="1161900"/>
          </a:xfrm>
        </p:grpSpPr>
        <p:sp>
          <p:nvSpPr>
            <p:cNvPr id="524" name="Google Shape;524;p41"/>
            <p:cNvSpPr/>
            <p:nvPr/>
          </p:nvSpPr>
          <p:spPr>
            <a:xfrm>
              <a:off x="655056" y="2581350"/>
              <a:ext cx="1125000" cy="1161900"/>
            </a:xfrm>
            <a:prstGeom prst="roundRect">
              <a:avLst>
                <a:gd name="adj" fmla="val 16667"/>
              </a:avLst>
            </a:prstGeom>
            <a:noFill/>
            <a:ln w="19050" cap="flat" cmpd="sng">
              <a:solidFill>
                <a:schemeClr val="accent4"/>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525" name="Google Shape;525;p41"/>
            <p:cNvGrpSpPr/>
            <p:nvPr/>
          </p:nvGrpSpPr>
          <p:grpSpPr>
            <a:xfrm>
              <a:off x="815273" y="2681207"/>
              <a:ext cx="2389452" cy="799200"/>
              <a:chOff x="793798" y="2081064"/>
              <a:chExt cx="2254200" cy="799200"/>
            </a:xfrm>
          </p:grpSpPr>
          <p:cxnSp>
            <p:nvCxnSpPr>
              <p:cNvPr id="526" name="Google Shape;526;p41"/>
              <p:cNvCxnSpPr>
                <a:endCxn id="489" idx="2"/>
              </p:cNvCxnSpPr>
              <p:nvPr/>
            </p:nvCxnSpPr>
            <p:spPr>
              <a:xfrm>
                <a:off x="793798" y="2122164"/>
                <a:ext cx="2254200" cy="258000"/>
              </a:xfrm>
              <a:prstGeom prst="straightConnector1">
                <a:avLst/>
              </a:prstGeom>
              <a:noFill/>
              <a:ln w="9525" cap="flat" cmpd="sng">
                <a:solidFill>
                  <a:schemeClr val="accent4"/>
                </a:solidFill>
                <a:prstDash val="solid"/>
                <a:round/>
                <a:headEnd type="none" w="med" len="med"/>
                <a:tailEnd type="triangle" w="med" len="med"/>
              </a:ln>
            </p:spPr>
          </p:cxnSp>
          <p:cxnSp>
            <p:nvCxnSpPr>
              <p:cNvPr id="527" name="Google Shape;527;p41"/>
              <p:cNvCxnSpPr>
                <a:endCxn id="489" idx="2"/>
              </p:cNvCxnSpPr>
              <p:nvPr/>
            </p:nvCxnSpPr>
            <p:spPr>
              <a:xfrm>
                <a:off x="1124698" y="2097264"/>
                <a:ext cx="1923300" cy="282900"/>
              </a:xfrm>
              <a:prstGeom prst="straightConnector1">
                <a:avLst/>
              </a:prstGeom>
              <a:noFill/>
              <a:ln w="9525" cap="flat" cmpd="sng">
                <a:solidFill>
                  <a:schemeClr val="accent4"/>
                </a:solidFill>
                <a:prstDash val="solid"/>
                <a:round/>
                <a:headEnd type="none" w="med" len="med"/>
                <a:tailEnd type="triangle" w="med" len="med"/>
              </a:ln>
            </p:spPr>
          </p:cxnSp>
          <p:cxnSp>
            <p:nvCxnSpPr>
              <p:cNvPr id="528" name="Google Shape;528;p41"/>
              <p:cNvCxnSpPr>
                <a:endCxn id="489" idx="2"/>
              </p:cNvCxnSpPr>
              <p:nvPr/>
            </p:nvCxnSpPr>
            <p:spPr>
              <a:xfrm>
                <a:off x="1504498" y="2081064"/>
                <a:ext cx="1543500" cy="299100"/>
              </a:xfrm>
              <a:prstGeom prst="straightConnector1">
                <a:avLst/>
              </a:prstGeom>
              <a:noFill/>
              <a:ln w="9525" cap="flat" cmpd="sng">
                <a:solidFill>
                  <a:schemeClr val="accent4"/>
                </a:solidFill>
                <a:prstDash val="solid"/>
                <a:round/>
                <a:headEnd type="none" w="med" len="med"/>
                <a:tailEnd type="triangle" w="med" len="med"/>
              </a:ln>
            </p:spPr>
          </p:cxnSp>
          <p:cxnSp>
            <p:nvCxnSpPr>
              <p:cNvPr id="529" name="Google Shape;529;p41"/>
              <p:cNvCxnSpPr>
                <a:endCxn id="489" idx="2"/>
              </p:cNvCxnSpPr>
              <p:nvPr/>
            </p:nvCxnSpPr>
            <p:spPr>
              <a:xfrm rot="10800000" flipH="1">
                <a:off x="869998" y="2380164"/>
                <a:ext cx="2178000" cy="123000"/>
              </a:xfrm>
              <a:prstGeom prst="straightConnector1">
                <a:avLst/>
              </a:prstGeom>
              <a:noFill/>
              <a:ln w="9525" cap="flat" cmpd="sng">
                <a:solidFill>
                  <a:schemeClr val="accent4"/>
                </a:solidFill>
                <a:prstDash val="solid"/>
                <a:round/>
                <a:headEnd type="none" w="med" len="med"/>
                <a:tailEnd type="triangle" w="med" len="med"/>
              </a:ln>
            </p:spPr>
          </p:cxnSp>
          <p:cxnSp>
            <p:nvCxnSpPr>
              <p:cNvPr id="530" name="Google Shape;530;p41"/>
              <p:cNvCxnSpPr>
                <a:endCxn id="489" idx="2"/>
              </p:cNvCxnSpPr>
              <p:nvPr/>
            </p:nvCxnSpPr>
            <p:spPr>
              <a:xfrm rot="10800000" flipH="1">
                <a:off x="1186798" y="2380164"/>
                <a:ext cx="1861200" cy="159600"/>
              </a:xfrm>
              <a:prstGeom prst="straightConnector1">
                <a:avLst/>
              </a:prstGeom>
              <a:noFill/>
              <a:ln w="9525" cap="flat" cmpd="sng">
                <a:solidFill>
                  <a:schemeClr val="accent4"/>
                </a:solidFill>
                <a:prstDash val="solid"/>
                <a:round/>
                <a:headEnd type="none" w="med" len="med"/>
                <a:tailEnd type="triangle" w="med" len="med"/>
              </a:ln>
            </p:spPr>
          </p:cxnSp>
          <p:cxnSp>
            <p:nvCxnSpPr>
              <p:cNvPr id="531" name="Google Shape;531;p41"/>
              <p:cNvCxnSpPr>
                <a:endCxn id="489" idx="2"/>
              </p:cNvCxnSpPr>
              <p:nvPr/>
            </p:nvCxnSpPr>
            <p:spPr>
              <a:xfrm rot="10800000" flipH="1">
                <a:off x="1505998" y="2380164"/>
                <a:ext cx="1542000" cy="195300"/>
              </a:xfrm>
              <a:prstGeom prst="straightConnector1">
                <a:avLst/>
              </a:prstGeom>
              <a:noFill/>
              <a:ln w="9525" cap="flat" cmpd="sng">
                <a:solidFill>
                  <a:schemeClr val="accent4"/>
                </a:solidFill>
                <a:prstDash val="solid"/>
                <a:round/>
                <a:headEnd type="none" w="med" len="med"/>
                <a:tailEnd type="triangle" w="med" len="med"/>
              </a:ln>
            </p:spPr>
          </p:cxnSp>
          <p:cxnSp>
            <p:nvCxnSpPr>
              <p:cNvPr id="532" name="Google Shape;532;p41"/>
              <p:cNvCxnSpPr>
                <a:endCxn id="489" idx="2"/>
              </p:cNvCxnSpPr>
              <p:nvPr/>
            </p:nvCxnSpPr>
            <p:spPr>
              <a:xfrm rot="10800000" flipH="1">
                <a:off x="869998" y="2380164"/>
                <a:ext cx="2178000" cy="477300"/>
              </a:xfrm>
              <a:prstGeom prst="straightConnector1">
                <a:avLst/>
              </a:prstGeom>
              <a:noFill/>
              <a:ln w="9525" cap="flat" cmpd="sng">
                <a:solidFill>
                  <a:schemeClr val="accent4"/>
                </a:solidFill>
                <a:prstDash val="solid"/>
                <a:round/>
                <a:headEnd type="none" w="med" len="med"/>
                <a:tailEnd type="triangle" w="med" len="med"/>
              </a:ln>
            </p:spPr>
          </p:cxnSp>
          <p:cxnSp>
            <p:nvCxnSpPr>
              <p:cNvPr id="533" name="Google Shape;533;p41"/>
              <p:cNvCxnSpPr>
                <a:endCxn id="489" idx="2"/>
              </p:cNvCxnSpPr>
              <p:nvPr/>
            </p:nvCxnSpPr>
            <p:spPr>
              <a:xfrm rot="10800000" flipH="1">
                <a:off x="1110598" y="2380164"/>
                <a:ext cx="1937400" cy="464400"/>
              </a:xfrm>
              <a:prstGeom prst="straightConnector1">
                <a:avLst/>
              </a:prstGeom>
              <a:noFill/>
              <a:ln w="9525" cap="flat" cmpd="sng">
                <a:solidFill>
                  <a:schemeClr val="accent4"/>
                </a:solidFill>
                <a:prstDash val="solid"/>
                <a:round/>
                <a:headEnd type="none" w="med" len="med"/>
                <a:tailEnd type="triangle" w="med" len="med"/>
              </a:ln>
            </p:spPr>
          </p:cxnSp>
          <p:cxnSp>
            <p:nvCxnSpPr>
              <p:cNvPr id="534" name="Google Shape;534;p41"/>
              <p:cNvCxnSpPr>
                <a:endCxn id="489" idx="2"/>
              </p:cNvCxnSpPr>
              <p:nvPr/>
            </p:nvCxnSpPr>
            <p:spPr>
              <a:xfrm rot="10800000" flipH="1">
                <a:off x="1505998" y="2380164"/>
                <a:ext cx="1542000" cy="500100"/>
              </a:xfrm>
              <a:prstGeom prst="straightConnector1">
                <a:avLst/>
              </a:prstGeom>
              <a:noFill/>
              <a:ln w="9525" cap="flat" cmpd="sng">
                <a:solidFill>
                  <a:schemeClr val="accent4"/>
                </a:solidFill>
                <a:prstDash val="solid"/>
                <a:round/>
                <a:headEnd type="none" w="med" len="med"/>
                <a:tailEnd type="triangle" w="med" len="med"/>
              </a:ln>
            </p:spPr>
          </p:cxnSp>
        </p:grpSp>
      </p:grpSp>
      <p:sp>
        <p:nvSpPr>
          <p:cNvPr id="535" name="Google Shape;535;p41"/>
          <p:cNvSpPr/>
          <p:nvPr/>
        </p:nvSpPr>
        <p:spPr>
          <a:xfrm>
            <a:off x="7092084" y="3900316"/>
            <a:ext cx="363600" cy="3636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36" name="Google Shape;536;p41"/>
          <p:cNvSpPr/>
          <p:nvPr/>
        </p:nvSpPr>
        <p:spPr>
          <a:xfrm>
            <a:off x="4420200" y="3866733"/>
            <a:ext cx="978400" cy="958800"/>
          </a:xfrm>
          <a:prstGeom prst="roundRect">
            <a:avLst>
              <a:gd name="adj" fmla="val 16667"/>
            </a:avLst>
          </a:prstGeom>
          <a:noFill/>
          <a:ln w="19050" cap="flat" cmpd="sng">
            <a:solidFill>
              <a:schemeClr val="accent5"/>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537" name="Google Shape;537;p41"/>
          <p:cNvGrpSpPr/>
          <p:nvPr/>
        </p:nvGrpSpPr>
        <p:grpSpPr>
          <a:xfrm>
            <a:off x="4591684" y="4082116"/>
            <a:ext cx="2500400" cy="514800"/>
            <a:chOff x="3443763" y="3061587"/>
            <a:chExt cx="1875300" cy="386100"/>
          </a:xfrm>
        </p:grpSpPr>
        <p:cxnSp>
          <p:nvCxnSpPr>
            <p:cNvPr id="538" name="Google Shape;538;p41"/>
            <p:cNvCxnSpPr>
              <a:endCxn id="535" idx="2"/>
            </p:cNvCxnSpPr>
            <p:nvPr/>
          </p:nvCxnSpPr>
          <p:spPr>
            <a:xfrm rot="10800000" flipH="1">
              <a:off x="3443763" y="3061587"/>
              <a:ext cx="1875300" cy="48300"/>
            </a:xfrm>
            <a:prstGeom prst="straightConnector1">
              <a:avLst/>
            </a:prstGeom>
            <a:noFill/>
            <a:ln w="9525" cap="flat" cmpd="sng">
              <a:solidFill>
                <a:srgbClr val="93C47D"/>
              </a:solidFill>
              <a:prstDash val="solid"/>
              <a:round/>
              <a:headEnd type="none" w="med" len="med"/>
              <a:tailEnd type="triangle" w="med" len="med"/>
            </a:ln>
          </p:spPr>
        </p:cxnSp>
        <p:cxnSp>
          <p:nvCxnSpPr>
            <p:cNvPr id="539" name="Google Shape;539;p41"/>
            <p:cNvCxnSpPr>
              <a:endCxn id="535" idx="2"/>
            </p:cNvCxnSpPr>
            <p:nvPr/>
          </p:nvCxnSpPr>
          <p:spPr>
            <a:xfrm rot="10800000" flipH="1">
              <a:off x="3443763" y="3061587"/>
              <a:ext cx="1875300" cy="386100"/>
            </a:xfrm>
            <a:prstGeom prst="straightConnector1">
              <a:avLst/>
            </a:prstGeom>
            <a:noFill/>
            <a:ln w="9525" cap="flat" cmpd="sng">
              <a:solidFill>
                <a:srgbClr val="93C47D"/>
              </a:solidFill>
              <a:prstDash val="solid"/>
              <a:round/>
              <a:headEnd type="none" w="med" len="med"/>
              <a:tailEnd type="triangle" w="med" len="med"/>
            </a:ln>
          </p:spPr>
        </p:cxnSp>
        <p:cxnSp>
          <p:nvCxnSpPr>
            <p:cNvPr id="540" name="Google Shape;540;p41"/>
            <p:cNvCxnSpPr>
              <a:endCxn id="535" idx="2"/>
            </p:cNvCxnSpPr>
            <p:nvPr/>
          </p:nvCxnSpPr>
          <p:spPr>
            <a:xfrm rot="10800000" flipH="1">
              <a:off x="3853863" y="3061587"/>
              <a:ext cx="1465200" cy="48300"/>
            </a:xfrm>
            <a:prstGeom prst="straightConnector1">
              <a:avLst/>
            </a:prstGeom>
            <a:noFill/>
            <a:ln w="9525" cap="flat" cmpd="sng">
              <a:solidFill>
                <a:srgbClr val="93C47D"/>
              </a:solidFill>
              <a:prstDash val="solid"/>
              <a:round/>
              <a:headEnd type="none" w="med" len="med"/>
              <a:tailEnd type="triangle" w="med" len="med"/>
            </a:ln>
          </p:spPr>
        </p:cxnSp>
        <p:cxnSp>
          <p:nvCxnSpPr>
            <p:cNvPr id="541" name="Google Shape;541;p41"/>
            <p:cNvCxnSpPr>
              <a:endCxn id="535" idx="2"/>
            </p:cNvCxnSpPr>
            <p:nvPr/>
          </p:nvCxnSpPr>
          <p:spPr>
            <a:xfrm rot="10800000" flipH="1">
              <a:off x="3853863" y="3061587"/>
              <a:ext cx="1465200" cy="386100"/>
            </a:xfrm>
            <a:prstGeom prst="straightConnector1">
              <a:avLst/>
            </a:prstGeom>
            <a:noFill/>
            <a:ln w="9525" cap="flat" cmpd="sng">
              <a:solidFill>
                <a:srgbClr val="93C47D"/>
              </a:solidFill>
              <a:prstDash val="solid"/>
              <a:round/>
              <a:headEnd type="none" w="med" len="med"/>
              <a:tailEnd type="triangle" w="med" len="med"/>
            </a:ln>
          </p:spPr>
        </p:cxnSp>
      </p:grpSp>
      <p:grpSp>
        <p:nvGrpSpPr>
          <p:cNvPr id="542" name="Google Shape;542;p41"/>
          <p:cNvGrpSpPr/>
          <p:nvPr/>
        </p:nvGrpSpPr>
        <p:grpSpPr>
          <a:xfrm>
            <a:off x="5386625" y="3866733"/>
            <a:ext cx="2330684" cy="958800"/>
            <a:chOff x="3467550" y="3052450"/>
            <a:chExt cx="1748013" cy="719100"/>
          </a:xfrm>
        </p:grpSpPr>
        <p:sp>
          <p:nvSpPr>
            <p:cNvPr id="543" name="Google Shape;543;p41"/>
            <p:cNvSpPr/>
            <p:nvPr/>
          </p:nvSpPr>
          <p:spPr>
            <a:xfrm>
              <a:off x="3467550" y="3052450"/>
              <a:ext cx="733800" cy="719100"/>
            </a:xfrm>
            <a:prstGeom prst="roundRect">
              <a:avLst>
                <a:gd name="adj" fmla="val 16667"/>
              </a:avLst>
            </a:prstGeom>
            <a:noFill/>
            <a:ln w="19050" cap="flat" cmpd="sng">
              <a:solidFill>
                <a:schemeClr val="accent5"/>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544" name="Google Shape;544;p41"/>
            <p:cNvGrpSpPr/>
            <p:nvPr/>
          </p:nvGrpSpPr>
          <p:grpSpPr>
            <a:xfrm>
              <a:off x="3596163" y="3188787"/>
              <a:ext cx="1619400" cy="391350"/>
              <a:chOff x="3443763" y="3036387"/>
              <a:chExt cx="1619400" cy="391350"/>
            </a:xfrm>
          </p:grpSpPr>
          <p:cxnSp>
            <p:nvCxnSpPr>
              <p:cNvPr id="545" name="Google Shape;545;p41"/>
              <p:cNvCxnSpPr/>
              <p:nvPr/>
            </p:nvCxnSpPr>
            <p:spPr>
              <a:xfrm rot="10800000" flipH="1">
                <a:off x="3443763" y="3036387"/>
                <a:ext cx="1619400" cy="73500"/>
              </a:xfrm>
              <a:prstGeom prst="straightConnector1">
                <a:avLst/>
              </a:prstGeom>
              <a:noFill/>
              <a:ln w="9525" cap="flat" cmpd="sng">
                <a:solidFill>
                  <a:srgbClr val="93C47D"/>
                </a:solidFill>
                <a:prstDash val="solid"/>
                <a:round/>
                <a:headEnd type="none" w="med" len="med"/>
                <a:tailEnd type="triangle" w="med" len="med"/>
              </a:ln>
            </p:spPr>
          </p:cxnSp>
          <p:cxnSp>
            <p:nvCxnSpPr>
              <p:cNvPr id="546" name="Google Shape;546;p41"/>
              <p:cNvCxnSpPr>
                <a:endCxn id="547" idx="2"/>
              </p:cNvCxnSpPr>
              <p:nvPr/>
            </p:nvCxnSpPr>
            <p:spPr>
              <a:xfrm rot="10800000" flipH="1">
                <a:off x="3443870" y="3041637"/>
                <a:ext cx="1566900" cy="386100"/>
              </a:xfrm>
              <a:prstGeom prst="straightConnector1">
                <a:avLst/>
              </a:prstGeom>
              <a:noFill/>
              <a:ln w="9525" cap="flat" cmpd="sng">
                <a:solidFill>
                  <a:srgbClr val="93C47D"/>
                </a:solidFill>
                <a:prstDash val="solid"/>
                <a:round/>
                <a:headEnd type="none" w="med" len="med"/>
                <a:tailEnd type="triangle" w="med" len="med"/>
              </a:ln>
            </p:spPr>
          </p:cxnSp>
          <p:cxnSp>
            <p:nvCxnSpPr>
              <p:cNvPr id="548" name="Google Shape;548;p41"/>
              <p:cNvCxnSpPr>
                <a:endCxn id="547" idx="2"/>
              </p:cNvCxnSpPr>
              <p:nvPr/>
            </p:nvCxnSpPr>
            <p:spPr>
              <a:xfrm rot="10800000" flipH="1">
                <a:off x="3853970" y="3041637"/>
                <a:ext cx="1156800" cy="48300"/>
              </a:xfrm>
              <a:prstGeom prst="straightConnector1">
                <a:avLst/>
              </a:prstGeom>
              <a:noFill/>
              <a:ln w="9525" cap="flat" cmpd="sng">
                <a:solidFill>
                  <a:srgbClr val="93C47D"/>
                </a:solidFill>
                <a:prstDash val="solid"/>
                <a:round/>
                <a:headEnd type="none" w="med" len="med"/>
                <a:tailEnd type="triangle" w="med" len="med"/>
              </a:ln>
            </p:spPr>
          </p:cxnSp>
          <p:cxnSp>
            <p:nvCxnSpPr>
              <p:cNvPr id="549" name="Google Shape;549;p41"/>
              <p:cNvCxnSpPr>
                <a:endCxn id="547" idx="2"/>
              </p:cNvCxnSpPr>
              <p:nvPr/>
            </p:nvCxnSpPr>
            <p:spPr>
              <a:xfrm rot="10800000" flipH="1">
                <a:off x="3853970" y="3041637"/>
                <a:ext cx="1156800" cy="386100"/>
              </a:xfrm>
              <a:prstGeom prst="straightConnector1">
                <a:avLst/>
              </a:prstGeom>
              <a:noFill/>
              <a:ln w="9525" cap="flat" cmpd="sng">
                <a:solidFill>
                  <a:srgbClr val="93C47D"/>
                </a:solidFill>
                <a:prstDash val="solid"/>
                <a:round/>
                <a:headEnd type="none" w="med" len="med"/>
                <a:tailEnd type="triangle" w="med" len="med"/>
              </a:ln>
            </p:spPr>
          </p:cxnSp>
        </p:grpSp>
      </p:grpSp>
      <p:sp>
        <p:nvSpPr>
          <p:cNvPr id="547" name="Google Shape;547;p41"/>
          <p:cNvSpPr/>
          <p:nvPr/>
        </p:nvSpPr>
        <p:spPr>
          <a:xfrm>
            <a:off x="7647451" y="3873716"/>
            <a:ext cx="363600" cy="3636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0" name="Google Shape;550;p41"/>
          <p:cNvSpPr/>
          <p:nvPr/>
        </p:nvSpPr>
        <p:spPr>
          <a:xfrm>
            <a:off x="7092084" y="4398216"/>
            <a:ext cx="363600" cy="3636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1" name="Google Shape;551;p41"/>
          <p:cNvSpPr/>
          <p:nvPr/>
        </p:nvSpPr>
        <p:spPr>
          <a:xfrm>
            <a:off x="7647451" y="4398216"/>
            <a:ext cx="363600" cy="3636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nvGrpSpPr>
          <p:cNvPr id="552" name="Google Shape;552;p41"/>
          <p:cNvGrpSpPr/>
          <p:nvPr/>
        </p:nvGrpSpPr>
        <p:grpSpPr>
          <a:xfrm>
            <a:off x="7092100" y="3889500"/>
            <a:ext cx="1239600" cy="1144800"/>
            <a:chOff x="5333075" y="3118225"/>
            <a:chExt cx="929700" cy="858600"/>
          </a:xfrm>
        </p:grpSpPr>
        <p:sp>
          <p:nvSpPr>
            <p:cNvPr id="553" name="Google Shape;553;p41"/>
            <p:cNvSpPr/>
            <p:nvPr/>
          </p:nvSpPr>
          <p:spPr>
            <a:xfrm>
              <a:off x="5333075" y="3118225"/>
              <a:ext cx="929700" cy="858600"/>
            </a:xfrm>
            <a:prstGeom prst="rect">
              <a:avLst/>
            </a:prstGeom>
            <a:solidFill>
              <a:srgbClr val="F7EAE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4" name="Google Shape;554;p41"/>
            <p:cNvSpPr/>
            <p:nvPr/>
          </p:nvSpPr>
          <p:spPr>
            <a:xfrm>
              <a:off x="5471463" y="323003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5" name="Google Shape;555;p41"/>
            <p:cNvSpPr/>
            <p:nvPr/>
          </p:nvSpPr>
          <p:spPr>
            <a:xfrm>
              <a:off x="5887988" y="321008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6" name="Google Shape;556;p41"/>
            <p:cNvSpPr/>
            <p:nvPr/>
          </p:nvSpPr>
          <p:spPr>
            <a:xfrm>
              <a:off x="5471463"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57" name="Google Shape;557;p41"/>
            <p:cNvSpPr/>
            <p:nvPr/>
          </p:nvSpPr>
          <p:spPr>
            <a:xfrm>
              <a:off x="5887988"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558" name="Google Shape;558;p41"/>
          <p:cNvGrpSpPr/>
          <p:nvPr/>
        </p:nvGrpSpPr>
        <p:grpSpPr>
          <a:xfrm>
            <a:off x="7295300" y="4092700"/>
            <a:ext cx="1239600" cy="1144800"/>
            <a:chOff x="5333075" y="3118225"/>
            <a:chExt cx="929700" cy="858600"/>
          </a:xfrm>
        </p:grpSpPr>
        <p:sp>
          <p:nvSpPr>
            <p:cNvPr id="559" name="Google Shape;559;p41"/>
            <p:cNvSpPr/>
            <p:nvPr/>
          </p:nvSpPr>
          <p:spPr>
            <a:xfrm>
              <a:off x="5333075" y="3118225"/>
              <a:ext cx="929700" cy="858600"/>
            </a:xfrm>
            <a:prstGeom prst="rect">
              <a:avLst/>
            </a:prstGeom>
            <a:solidFill>
              <a:srgbClr val="F7EAE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60" name="Google Shape;560;p41"/>
            <p:cNvSpPr/>
            <p:nvPr/>
          </p:nvSpPr>
          <p:spPr>
            <a:xfrm>
              <a:off x="5471463" y="323003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61" name="Google Shape;561;p41"/>
            <p:cNvSpPr/>
            <p:nvPr/>
          </p:nvSpPr>
          <p:spPr>
            <a:xfrm>
              <a:off x="5887988" y="321008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62" name="Google Shape;562;p41"/>
            <p:cNvSpPr/>
            <p:nvPr/>
          </p:nvSpPr>
          <p:spPr>
            <a:xfrm>
              <a:off x="5471463"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63" name="Google Shape;563;p41"/>
            <p:cNvSpPr/>
            <p:nvPr/>
          </p:nvSpPr>
          <p:spPr>
            <a:xfrm>
              <a:off x="5887988"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564" name="Google Shape;564;p41"/>
          <p:cNvSpPr txBox="1"/>
          <p:nvPr/>
        </p:nvSpPr>
        <p:spPr>
          <a:xfrm>
            <a:off x="1025233" y="6147401"/>
            <a:ext cx="21980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Input Layer</a:t>
            </a:r>
            <a:endParaRPr sz="2133">
              <a:solidFill>
                <a:srgbClr val="666666"/>
              </a:solidFill>
              <a:latin typeface="Questrial"/>
              <a:ea typeface="Questrial"/>
              <a:cs typeface="Questrial"/>
              <a:sym typeface="Questrial"/>
            </a:endParaRPr>
          </a:p>
        </p:txBody>
      </p:sp>
      <p:sp>
        <p:nvSpPr>
          <p:cNvPr id="565" name="Google Shape;565;p41"/>
          <p:cNvSpPr txBox="1"/>
          <p:nvPr/>
        </p:nvSpPr>
        <p:spPr>
          <a:xfrm>
            <a:off x="3890633" y="6147401"/>
            <a:ext cx="26276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Convolution Layer</a:t>
            </a:r>
            <a:endParaRPr sz="2133">
              <a:solidFill>
                <a:srgbClr val="666666"/>
              </a:solidFill>
              <a:latin typeface="Questrial"/>
              <a:ea typeface="Questrial"/>
              <a:cs typeface="Questrial"/>
              <a:sym typeface="Questrial"/>
            </a:endParaRPr>
          </a:p>
        </p:txBody>
      </p:sp>
      <p:sp>
        <p:nvSpPr>
          <p:cNvPr id="566" name="Google Shape;566;p41"/>
          <p:cNvSpPr txBox="1"/>
          <p:nvPr/>
        </p:nvSpPr>
        <p:spPr>
          <a:xfrm>
            <a:off x="6704367" y="6147409"/>
            <a:ext cx="21980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Pooling Layer</a:t>
            </a:r>
            <a:endParaRPr sz="2133">
              <a:solidFill>
                <a:srgbClr val="666666"/>
              </a:solidFill>
              <a:latin typeface="Questrial"/>
              <a:ea typeface="Questrial"/>
              <a:cs typeface="Questrial"/>
              <a:sym typeface="Questrial"/>
            </a:endParaRPr>
          </a:p>
        </p:txBody>
      </p:sp>
      <p:sp>
        <p:nvSpPr>
          <p:cNvPr id="567" name="Google Shape;567;p41"/>
          <p:cNvSpPr txBox="1"/>
          <p:nvPr/>
        </p:nvSpPr>
        <p:spPr>
          <a:xfrm>
            <a:off x="8738100" y="3025300"/>
            <a:ext cx="3399600" cy="2872028"/>
          </a:xfrm>
          <a:prstGeom prst="rect">
            <a:avLst/>
          </a:prstGeom>
          <a:noFill/>
          <a:ln>
            <a:noFill/>
          </a:ln>
        </p:spPr>
        <p:txBody>
          <a:bodyPr spcFirstLastPara="1" wrap="square" lIns="121900" tIns="121900" rIns="121900" bIns="121900" anchor="t" anchorCtr="0">
            <a:spAutoFit/>
          </a:bodyPr>
          <a:lstStyle/>
          <a:p>
            <a:r>
              <a:rPr lang="en" sz="2133">
                <a:solidFill>
                  <a:srgbClr val="666666"/>
                </a:solidFill>
                <a:latin typeface="Questrial"/>
                <a:ea typeface="Questrial"/>
                <a:cs typeface="Questrial"/>
                <a:sym typeface="Questrial"/>
              </a:rPr>
              <a:t>Discard the </a:t>
            </a:r>
            <a:r>
              <a:rPr lang="en" sz="2133" i="1">
                <a:solidFill>
                  <a:srgbClr val="666666"/>
                </a:solidFill>
                <a:latin typeface="Questrial"/>
                <a:ea typeface="Questrial"/>
                <a:cs typeface="Questrial"/>
                <a:sym typeface="Questrial"/>
              </a:rPr>
              <a:t>exact</a:t>
            </a:r>
            <a:r>
              <a:rPr lang="en" sz="2133">
                <a:solidFill>
                  <a:srgbClr val="666666"/>
                </a:solidFill>
                <a:latin typeface="Questrial"/>
                <a:ea typeface="Questrial"/>
                <a:cs typeface="Questrial"/>
                <a:sym typeface="Questrial"/>
              </a:rPr>
              <a:t> position of features, i.e. the existence of a feature is more important</a:t>
            </a:r>
            <a:endParaRPr sz="2133">
              <a:solidFill>
                <a:srgbClr val="666666"/>
              </a:solidFill>
              <a:latin typeface="Questrial"/>
              <a:ea typeface="Questrial"/>
              <a:cs typeface="Questrial"/>
              <a:sym typeface="Questrial"/>
            </a:endParaRPr>
          </a:p>
          <a:p>
            <a:endParaRPr sz="2133">
              <a:solidFill>
                <a:srgbClr val="666666"/>
              </a:solidFill>
              <a:latin typeface="Questrial"/>
              <a:ea typeface="Questrial"/>
              <a:cs typeface="Questrial"/>
              <a:sym typeface="Questrial"/>
            </a:endParaRPr>
          </a:p>
          <a:p>
            <a:r>
              <a:rPr lang="en" sz="2133">
                <a:solidFill>
                  <a:srgbClr val="666666"/>
                </a:solidFill>
                <a:latin typeface="Questrial"/>
                <a:ea typeface="Questrial"/>
                <a:cs typeface="Questrial"/>
                <a:sym typeface="Questrial"/>
              </a:rPr>
              <a:t>Makes the algorithm robust to rotation, magnification, etc. </a:t>
            </a:r>
            <a:endParaRPr sz="2133">
              <a:solidFill>
                <a:srgbClr val="666666"/>
              </a:solidFill>
              <a:latin typeface="Questrial"/>
              <a:ea typeface="Questrial"/>
              <a:cs typeface="Questrial"/>
              <a:sym typeface="Quest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6"/>
                                        </p:tgtEl>
                                        <p:attrNameLst>
                                          <p:attrName>style.visibility</p:attrName>
                                        </p:attrNameLst>
                                      </p:cBhvr>
                                      <p:to>
                                        <p:strVal val="visible"/>
                                      </p:to>
                                    </p:set>
                                    <p:animEffect transition="in" filter="fade">
                                      <p:cBhvr>
                                        <p:cTn id="7" dur="1000"/>
                                        <p:tgtEl>
                                          <p:spTgt spid="536"/>
                                        </p:tgtEl>
                                      </p:cBhvr>
                                    </p:animEffect>
                                  </p:childTnLst>
                                </p:cTn>
                              </p:par>
                              <p:par>
                                <p:cTn id="8" presetID="10" presetClass="entr" presetSubtype="0" fill="hold" nodeType="withEffect">
                                  <p:stCondLst>
                                    <p:cond delay="0"/>
                                  </p:stCondLst>
                                  <p:childTnLst>
                                    <p:set>
                                      <p:cBhvr>
                                        <p:cTn id="9" dur="1" fill="hold">
                                          <p:stCondLst>
                                            <p:cond delay="0"/>
                                          </p:stCondLst>
                                        </p:cTn>
                                        <p:tgtEl>
                                          <p:spTgt spid="537"/>
                                        </p:tgtEl>
                                        <p:attrNameLst>
                                          <p:attrName>style.visibility</p:attrName>
                                        </p:attrNameLst>
                                      </p:cBhvr>
                                      <p:to>
                                        <p:strVal val="visible"/>
                                      </p:to>
                                    </p:set>
                                    <p:animEffect transition="in" filter="fade">
                                      <p:cBhvr>
                                        <p:cTn id="10" dur="1000"/>
                                        <p:tgtEl>
                                          <p:spTgt spid="537"/>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535"/>
                                        </p:tgtEl>
                                        <p:attrNameLst>
                                          <p:attrName>style.visibility</p:attrName>
                                        </p:attrNameLst>
                                      </p:cBhvr>
                                      <p:to>
                                        <p:strVal val="visible"/>
                                      </p:to>
                                    </p:set>
                                    <p:animEffect transition="in" filter="fade">
                                      <p:cBhvr>
                                        <p:cTn id="14" dur="1000"/>
                                        <p:tgtEl>
                                          <p:spTgt spid="535"/>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537"/>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536"/>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542"/>
                                        </p:tgtEl>
                                        <p:attrNameLst>
                                          <p:attrName>style.visibility</p:attrName>
                                        </p:attrNameLst>
                                      </p:cBhvr>
                                      <p:to>
                                        <p:strVal val="visible"/>
                                      </p:to>
                                    </p:set>
                                    <p:animEffect transition="in" filter="fade">
                                      <p:cBhvr>
                                        <p:cTn id="23" dur="1000"/>
                                        <p:tgtEl>
                                          <p:spTgt spid="542"/>
                                        </p:tgtEl>
                                      </p:cBhvr>
                                    </p:animEffect>
                                  </p:childTnLst>
                                </p:cTn>
                              </p:par>
                              <p:par>
                                <p:cTn id="24" presetID="10" presetClass="entr" presetSubtype="0" fill="hold" nodeType="withEffect">
                                  <p:stCondLst>
                                    <p:cond delay="0"/>
                                  </p:stCondLst>
                                  <p:childTnLst>
                                    <p:set>
                                      <p:cBhvr>
                                        <p:cTn id="25" dur="1" fill="hold">
                                          <p:stCondLst>
                                            <p:cond delay="0"/>
                                          </p:stCondLst>
                                        </p:cTn>
                                        <p:tgtEl>
                                          <p:spTgt spid="547"/>
                                        </p:tgtEl>
                                        <p:attrNameLst>
                                          <p:attrName>style.visibility</p:attrName>
                                        </p:attrNameLst>
                                      </p:cBhvr>
                                      <p:to>
                                        <p:strVal val="visible"/>
                                      </p:to>
                                    </p:set>
                                    <p:animEffect transition="in" filter="fade">
                                      <p:cBhvr>
                                        <p:cTn id="26" dur="1000"/>
                                        <p:tgtEl>
                                          <p:spTgt spid="54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1000"/>
                                          </p:stCondLst>
                                        </p:cTn>
                                        <p:tgtEl>
                                          <p:spTgt spid="542"/>
                                        </p:tgtEl>
                                        <p:attrNameLst>
                                          <p:attrName>style.visibility</p:attrName>
                                        </p:attrNameLst>
                                      </p:cBhvr>
                                      <p:to>
                                        <p:strVal val="hidden"/>
                                      </p:to>
                                    </p:set>
                                  </p:childTnLst>
                                </p:cTn>
                              </p:par>
                            </p:childTnLst>
                          </p:cTn>
                        </p:par>
                        <p:par>
                          <p:cTn id="31" fill="hold">
                            <p:stCondLst>
                              <p:cond delay="1000"/>
                            </p:stCondLst>
                            <p:childTnLst>
                              <p:par>
                                <p:cTn id="32" presetID="10" presetClass="entr" presetSubtype="0" fill="hold" nodeType="afterEffect">
                                  <p:stCondLst>
                                    <p:cond delay="0"/>
                                  </p:stCondLst>
                                  <p:childTnLst>
                                    <p:set>
                                      <p:cBhvr>
                                        <p:cTn id="33" dur="1" fill="hold">
                                          <p:stCondLst>
                                            <p:cond delay="0"/>
                                          </p:stCondLst>
                                        </p:cTn>
                                        <p:tgtEl>
                                          <p:spTgt spid="551"/>
                                        </p:tgtEl>
                                        <p:attrNameLst>
                                          <p:attrName>style.visibility</p:attrName>
                                        </p:attrNameLst>
                                      </p:cBhvr>
                                      <p:to>
                                        <p:strVal val="visible"/>
                                      </p:to>
                                    </p:set>
                                    <p:animEffect transition="in" filter="fade">
                                      <p:cBhvr>
                                        <p:cTn id="34" dur="1000"/>
                                        <p:tgtEl>
                                          <p:spTgt spid="551"/>
                                        </p:tgtEl>
                                      </p:cBhvr>
                                    </p:animEffect>
                                  </p:childTnLst>
                                </p:cTn>
                              </p:par>
                            </p:childTnLst>
                          </p:cTn>
                        </p:par>
                        <p:par>
                          <p:cTn id="35" fill="hold">
                            <p:stCondLst>
                              <p:cond delay="2000"/>
                            </p:stCondLst>
                            <p:childTnLst>
                              <p:par>
                                <p:cTn id="36" presetID="10" presetClass="entr" presetSubtype="0" fill="hold" nodeType="afterEffect">
                                  <p:stCondLst>
                                    <p:cond delay="0"/>
                                  </p:stCondLst>
                                  <p:childTnLst>
                                    <p:set>
                                      <p:cBhvr>
                                        <p:cTn id="37" dur="1" fill="hold">
                                          <p:stCondLst>
                                            <p:cond delay="0"/>
                                          </p:stCondLst>
                                        </p:cTn>
                                        <p:tgtEl>
                                          <p:spTgt spid="550"/>
                                        </p:tgtEl>
                                        <p:attrNameLst>
                                          <p:attrName>style.visibility</p:attrName>
                                        </p:attrNameLst>
                                      </p:cBhvr>
                                      <p:to>
                                        <p:strVal val="visible"/>
                                      </p:to>
                                    </p:set>
                                    <p:animEffect transition="in" filter="fade">
                                      <p:cBhvr>
                                        <p:cTn id="38" dur="1000"/>
                                        <p:tgtEl>
                                          <p:spTgt spid="550"/>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36"/>
                                        </p:tgtEl>
                                        <p:attrNameLst>
                                          <p:attrName>style.visibility</p:attrName>
                                        </p:attrNameLst>
                                      </p:cBhvr>
                                      <p:to>
                                        <p:strVal val="visible"/>
                                      </p:to>
                                    </p:set>
                                    <p:animEffect transition="in" filter="fade">
                                      <p:cBhvr>
                                        <p:cTn id="43" dur="1000"/>
                                        <p:tgtEl>
                                          <p:spTgt spid="436"/>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552"/>
                                        </p:tgtEl>
                                        <p:attrNameLst>
                                          <p:attrName>style.visibility</p:attrName>
                                        </p:attrNameLst>
                                      </p:cBhvr>
                                      <p:to>
                                        <p:strVal val="visible"/>
                                      </p:to>
                                    </p:set>
                                    <p:animEffect transition="in" filter="fade">
                                      <p:cBhvr>
                                        <p:cTn id="48" dur="1000"/>
                                        <p:tgtEl>
                                          <p:spTgt spid="552"/>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558"/>
                                        </p:tgtEl>
                                        <p:attrNameLst>
                                          <p:attrName>style.visibility</p:attrName>
                                        </p:attrNameLst>
                                      </p:cBhvr>
                                      <p:to>
                                        <p:strVal val="visible"/>
                                      </p:to>
                                    </p:set>
                                    <p:animEffect transition="in" filter="fade">
                                      <p:cBhvr>
                                        <p:cTn id="53" dur="1000"/>
                                        <p:tgtEl>
                                          <p:spTgt spid="558"/>
                                        </p:tgtEl>
                                      </p:cBhvr>
                                    </p:animEffect>
                                  </p:childTnLst>
                                </p:cTn>
                              </p:par>
                            </p:childTnLst>
                          </p:cTn>
                        </p:par>
                        <p:par>
                          <p:cTn id="54" fill="hold">
                            <p:stCondLst>
                              <p:cond delay="1000"/>
                            </p:stCondLst>
                            <p:childTnLst>
                              <p:par>
                                <p:cTn id="55" presetID="10" presetClass="entr" presetSubtype="0" fill="hold" nodeType="afterEffect">
                                  <p:stCondLst>
                                    <p:cond delay="0"/>
                                  </p:stCondLst>
                                  <p:childTnLst>
                                    <p:set>
                                      <p:cBhvr>
                                        <p:cTn id="56" dur="1" fill="hold">
                                          <p:stCondLst>
                                            <p:cond delay="0"/>
                                          </p:stCondLst>
                                        </p:cTn>
                                        <p:tgtEl>
                                          <p:spTgt spid="566"/>
                                        </p:tgtEl>
                                        <p:attrNameLst>
                                          <p:attrName>style.visibility</p:attrName>
                                        </p:attrNameLst>
                                      </p:cBhvr>
                                      <p:to>
                                        <p:strVal val="visible"/>
                                      </p:to>
                                    </p:set>
                                    <p:animEffect transition="in" filter="fade">
                                      <p:cBhvr>
                                        <p:cTn id="57" dur="1000"/>
                                        <p:tgtEl>
                                          <p:spTgt spid="56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67">
                                            <p:txEl>
                                              <p:pRg st="0" end="0"/>
                                            </p:txEl>
                                          </p:spTgt>
                                        </p:tgtEl>
                                        <p:attrNameLst>
                                          <p:attrName>style.visibility</p:attrName>
                                        </p:attrNameLst>
                                      </p:cBhvr>
                                      <p:to>
                                        <p:strVal val="visible"/>
                                      </p:to>
                                    </p:set>
                                    <p:animEffect transition="in" filter="fade">
                                      <p:cBhvr>
                                        <p:cTn id="62" dur="1000"/>
                                        <p:tgtEl>
                                          <p:spTgt spid="567">
                                            <p:txEl>
                                              <p:pRg st="0" end="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67">
                                            <p:txEl>
                                              <p:pRg st="2" end="2"/>
                                            </p:txEl>
                                          </p:spTgt>
                                        </p:tgtEl>
                                        <p:attrNameLst>
                                          <p:attrName>style.visibility</p:attrName>
                                        </p:attrNameLst>
                                      </p:cBhvr>
                                      <p:to>
                                        <p:strVal val="visible"/>
                                      </p:to>
                                    </p:set>
                                    <p:animEffect transition="in" filter="fade">
                                      <p:cBhvr>
                                        <p:cTn id="67" dur="1000"/>
                                        <p:tgtEl>
                                          <p:spTgt spid="5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42"/>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Why Pooling Helps</a:t>
            </a:r>
            <a:endParaRPr/>
          </a:p>
        </p:txBody>
      </p:sp>
      <p:sp>
        <p:nvSpPr>
          <p:cNvPr id="573" name="Google Shape;573;p42"/>
          <p:cNvSpPr txBox="1">
            <a:spLocks noGrp="1"/>
          </p:cNvSpPr>
          <p:nvPr>
            <p:ph type="body" idx="1"/>
          </p:nvPr>
        </p:nvSpPr>
        <p:spPr>
          <a:xfrm>
            <a:off x="0" y="6238800"/>
            <a:ext cx="12192000" cy="619200"/>
          </a:xfrm>
          <a:prstGeom prst="rect">
            <a:avLst/>
          </a:prstGeom>
        </p:spPr>
        <p:txBody>
          <a:bodyPr spcFirstLastPara="1" vert="horz" wrap="square" lIns="121900" tIns="121900" rIns="121900" bIns="121900" rtlCol="0" anchor="t" anchorCtr="0">
            <a:noAutofit/>
          </a:bodyPr>
          <a:lstStyle/>
          <a:p>
            <a:pPr indent="-406390">
              <a:lnSpc>
                <a:spcPct val="150000"/>
              </a:lnSpc>
              <a:spcBef>
                <a:spcPts val="853"/>
              </a:spcBef>
              <a:buSzPts val="1200"/>
            </a:pPr>
            <a:r>
              <a:rPr lang="en" sz="1600"/>
              <a:t>Source: https://medium.com/@tagxdata/data-augmentation-for-computer-vision-9c9ed474291e</a:t>
            </a:r>
            <a:endParaRPr sz="1600"/>
          </a:p>
        </p:txBody>
      </p:sp>
      <p:pic>
        <p:nvPicPr>
          <p:cNvPr id="574" name="Google Shape;574;p42"/>
          <p:cNvPicPr preferRelativeResize="0"/>
          <p:nvPr/>
        </p:nvPicPr>
        <p:blipFill>
          <a:blip r:embed="rId3">
            <a:alphaModFix/>
          </a:blip>
          <a:stretch>
            <a:fillRect/>
          </a:stretch>
        </p:blipFill>
        <p:spPr>
          <a:xfrm>
            <a:off x="1761533" y="1369868"/>
            <a:ext cx="8668931" cy="485603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43"/>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Dense Layer</a:t>
            </a:r>
            <a:endParaRPr/>
          </a:p>
        </p:txBody>
      </p:sp>
      <p:sp>
        <p:nvSpPr>
          <p:cNvPr id="580" name="Google Shape;580;p43"/>
          <p:cNvSpPr/>
          <p:nvPr/>
        </p:nvSpPr>
        <p:spPr>
          <a:xfrm>
            <a:off x="975000"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81" name="Google Shape;581;p43"/>
          <p:cNvSpPr/>
          <p:nvPr/>
        </p:nvSpPr>
        <p:spPr>
          <a:xfrm>
            <a:off x="1391367"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82" name="Google Shape;582;p43"/>
          <p:cNvSpPr/>
          <p:nvPr/>
        </p:nvSpPr>
        <p:spPr>
          <a:xfrm>
            <a:off x="1807733"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83" name="Google Shape;583;p43"/>
          <p:cNvSpPr/>
          <p:nvPr/>
        </p:nvSpPr>
        <p:spPr>
          <a:xfrm>
            <a:off x="2224100"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84" name="Google Shape;584;p43"/>
          <p:cNvSpPr/>
          <p:nvPr/>
        </p:nvSpPr>
        <p:spPr>
          <a:xfrm>
            <a:off x="2640467"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85" name="Google Shape;585;p43"/>
          <p:cNvSpPr/>
          <p:nvPr/>
        </p:nvSpPr>
        <p:spPr>
          <a:xfrm>
            <a:off x="3056833"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86" name="Google Shape;586;p43"/>
          <p:cNvSpPr/>
          <p:nvPr/>
        </p:nvSpPr>
        <p:spPr>
          <a:xfrm>
            <a:off x="975000" y="40346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87" name="Google Shape;587;p43"/>
          <p:cNvSpPr/>
          <p:nvPr/>
        </p:nvSpPr>
        <p:spPr>
          <a:xfrm>
            <a:off x="1391367"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88" name="Google Shape;588;p43"/>
          <p:cNvSpPr/>
          <p:nvPr/>
        </p:nvSpPr>
        <p:spPr>
          <a:xfrm>
            <a:off x="1807733"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89" name="Google Shape;589;p43"/>
          <p:cNvSpPr/>
          <p:nvPr/>
        </p:nvSpPr>
        <p:spPr>
          <a:xfrm>
            <a:off x="2224100"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0" name="Google Shape;590;p43"/>
          <p:cNvSpPr/>
          <p:nvPr/>
        </p:nvSpPr>
        <p:spPr>
          <a:xfrm>
            <a:off x="2640467"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1" name="Google Shape;591;p43"/>
          <p:cNvSpPr/>
          <p:nvPr/>
        </p:nvSpPr>
        <p:spPr>
          <a:xfrm>
            <a:off x="3056833" y="40346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2" name="Google Shape;592;p43"/>
          <p:cNvSpPr/>
          <p:nvPr/>
        </p:nvSpPr>
        <p:spPr>
          <a:xfrm>
            <a:off x="975000"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3" name="Google Shape;593;p43"/>
          <p:cNvSpPr/>
          <p:nvPr/>
        </p:nvSpPr>
        <p:spPr>
          <a:xfrm>
            <a:off x="1391367"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4" name="Google Shape;594;p43"/>
          <p:cNvSpPr/>
          <p:nvPr/>
        </p:nvSpPr>
        <p:spPr>
          <a:xfrm>
            <a:off x="1807733"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5" name="Google Shape;595;p43"/>
          <p:cNvSpPr/>
          <p:nvPr/>
        </p:nvSpPr>
        <p:spPr>
          <a:xfrm>
            <a:off x="2224100" y="45325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6" name="Google Shape;596;p43"/>
          <p:cNvSpPr/>
          <p:nvPr/>
        </p:nvSpPr>
        <p:spPr>
          <a:xfrm>
            <a:off x="2640467"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7" name="Google Shape;597;p43"/>
          <p:cNvSpPr/>
          <p:nvPr/>
        </p:nvSpPr>
        <p:spPr>
          <a:xfrm>
            <a:off x="3056833"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8" name="Google Shape;598;p43"/>
          <p:cNvSpPr/>
          <p:nvPr/>
        </p:nvSpPr>
        <p:spPr>
          <a:xfrm>
            <a:off x="975000"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99" name="Google Shape;599;p43"/>
          <p:cNvSpPr/>
          <p:nvPr/>
        </p:nvSpPr>
        <p:spPr>
          <a:xfrm>
            <a:off x="1391367"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0" name="Google Shape;600;p43"/>
          <p:cNvSpPr/>
          <p:nvPr/>
        </p:nvSpPr>
        <p:spPr>
          <a:xfrm>
            <a:off x="1807733" y="50304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1" name="Google Shape;601;p43"/>
          <p:cNvSpPr/>
          <p:nvPr/>
        </p:nvSpPr>
        <p:spPr>
          <a:xfrm>
            <a:off x="2224100"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2" name="Google Shape;602;p43"/>
          <p:cNvSpPr/>
          <p:nvPr/>
        </p:nvSpPr>
        <p:spPr>
          <a:xfrm>
            <a:off x="2640467"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3" name="Google Shape;603;p43"/>
          <p:cNvSpPr/>
          <p:nvPr/>
        </p:nvSpPr>
        <p:spPr>
          <a:xfrm>
            <a:off x="3056833"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4" name="Google Shape;604;p43"/>
          <p:cNvSpPr/>
          <p:nvPr/>
        </p:nvSpPr>
        <p:spPr>
          <a:xfrm>
            <a:off x="975000"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5" name="Google Shape;605;p43"/>
          <p:cNvSpPr/>
          <p:nvPr/>
        </p:nvSpPr>
        <p:spPr>
          <a:xfrm>
            <a:off x="1391367" y="55283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6" name="Google Shape;606;p43"/>
          <p:cNvSpPr/>
          <p:nvPr/>
        </p:nvSpPr>
        <p:spPr>
          <a:xfrm>
            <a:off x="1807733"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7" name="Google Shape;607;p43"/>
          <p:cNvSpPr/>
          <p:nvPr/>
        </p:nvSpPr>
        <p:spPr>
          <a:xfrm>
            <a:off x="2224100"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8" name="Google Shape;608;p43"/>
          <p:cNvSpPr/>
          <p:nvPr/>
        </p:nvSpPr>
        <p:spPr>
          <a:xfrm>
            <a:off x="2640467"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09" name="Google Shape;609;p43"/>
          <p:cNvSpPr/>
          <p:nvPr/>
        </p:nvSpPr>
        <p:spPr>
          <a:xfrm>
            <a:off x="3056833"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10" name="Google Shape;610;p43"/>
          <p:cNvSpPr txBox="1">
            <a:spLocks noGrp="1"/>
          </p:cNvSpPr>
          <p:nvPr>
            <p:ph type="body" idx="1"/>
          </p:nvPr>
        </p:nvSpPr>
        <p:spPr>
          <a:xfrm>
            <a:off x="415600" y="1418500"/>
            <a:ext cx="7814000" cy="1115600"/>
          </a:xfrm>
          <a:prstGeom prst="rect">
            <a:avLst/>
          </a:prstGeom>
        </p:spPr>
        <p:txBody>
          <a:bodyPr spcFirstLastPara="1" vert="horz" wrap="square" lIns="121900" tIns="121900" rIns="121900" bIns="121900" rtlCol="0" anchor="t" anchorCtr="0">
            <a:normAutofit fontScale="92500" lnSpcReduction="20000"/>
          </a:bodyPr>
          <a:lstStyle/>
          <a:p>
            <a:pPr indent="-474121">
              <a:lnSpc>
                <a:spcPct val="115000"/>
              </a:lnSpc>
              <a:spcBef>
                <a:spcPts val="853"/>
              </a:spcBef>
              <a:buSzPts val="2000"/>
            </a:pPr>
            <a:r>
              <a:rPr lang="en" sz="2667"/>
              <a:t>Flatten the neurons</a:t>
            </a:r>
            <a:endParaRPr sz="2667"/>
          </a:p>
          <a:p>
            <a:pPr indent="-474121">
              <a:lnSpc>
                <a:spcPct val="115000"/>
              </a:lnSpc>
              <a:buSzPts val="2000"/>
            </a:pPr>
            <a:r>
              <a:rPr lang="en" sz="2667"/>
              <a:t>Train a classifier on top of them</a:t>
            </a:r>
            <a:endParaRPr sz="2400"/>
          </a:p>
        </p:txBody>
      </p:sp>
      <p:grpSp>
        <p:nvGrpSpPr>
          <p:cNvPr id="611" name="Google Shape;611;p43"/>
          <p:cNvGrpSpPr/>
          <p:nvPr/>
        </p:nvGrpSpPr>
        <p:grpSpPr>
          <a:xfrm>
            <a:off x="873409" y="3441800"/>
            <a:ext cx="3399559" cy="1549200"/>
            <a:chOff x="655056" y="2581350"/>
            <a:chExt cx="2549669" cy="1161900"/>
          </a:xfrm>
        </p:grpSpPr>
        <p:sp>
          <p:nvSpPr>
            <p:cNvPr id="612" name="Google Shape;612;p43"/>
            <p:cNvSpPr/>
            <p:nvPr/>
          </p:nvSpPr>
          <p:spPr>
            <a:xfrm>
              <a:off x="655056" y="2581350"/>
              <a:ext cx="1125000" cy="1161900"/>
            </a:xfrm>
            <a:prstGeom prst="roundRect">
              <a:avLst>
                <a:gd name="adj" fmla="val 16667"/>
              </a:avLst>
            </a:prstGeom>
            <a:noFill/>
            <a:ln w="19050" cap="flat" cmpd="sng">
              <a:solidFill>
                <a:schemeClr val="accent4"/>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613" name="Google Shape;613;p43"/>
            <p:cNvGrpSpPr/>
            <p:nvPr/>
          </p:nvGrpSpPr>
          <p:grpSpPr>
            <a:xfrm>
              <a:off x="815273" y="2681207"/>
              <a:ext cx="2389452" cy="799200"/>
              <a:chOff x="793798" y="2081064"/>
              <a:chExt cx="2254200" cy="799200"/>
            </a:xfrm>
          </p:grpSpPr>
          <p:cxnSp>
            <p:nvCxnSpPr>
              <p:cNvPr id="614" name="Google Shape;614;p43"/>
              <p:cNvCxnSpPr>
                <a:endCxn id="615" idx="2"/>
              </p:cNvCxnSpPr>
              <p:nvPr/>
            </p:nvCxnSpPr>
            <p:spPr>
              <a:xfrm>
                <a:off x="793798" y="2122164"/>
                <a:ext cx="2254200" cy="258000"/>
              </a:xfrm>
              <a:prstGeom prst="straightConnector1">
                <a:avLst/>
              </a:prstGeom>
              <a:noFill/>
              <a:ln w="9525" cap="flat" cmpd="sng">
                <a:solidFill>
                  <a:schemeClr val="accent4"/>
                </a:solidFill>
                <a:prstDash val="solid"/>
                <a:round/>
                <a:headEnd type="none" w="med" len="med"/>
                <a:tailEnd type="triangle" w="med" len="med"/>
              </a:ln>
            </p:spPr>
          </p:cxnSp>
          <p:cxnSp>
            <p:nvCxnSpPr>
              <p:cNvPr id="616" name="Google Shape;616;p43"/>
              <p:cNvCxnSpPr>
                <a:endCxn id="615" idx="2"/>
              </p:cNvCxnSpPr>
              <p:nvPr/>
            </p:nvCxnSpPr>
            <p:spPr>
              <a:xfrm>
                <a:off x="1124698" y="2097264"/>
                <a:ext cx="1923300" cy="282900"/>
              </a:xfrm>
              <a:prstGeom prst="straightConnector1">
                <a:avLst/>
              </a:prstGeom>
              <a:noFill/>
              <a:ln w="9525" cap="flat" cmpd="sng">
                <a:solidFill>
                  <a:schemeClr val="accent4"/>
                </a:solidFill>
                <a:prstDash val="solid"/>
                <a:round/>
                <a:headEnd type="none" w="med" len="med"/>
                <a:tailEnd type="triangle" w="med" len="med"/>
              </a:ln>
            </p:spPr>
          </p:cxnSp>
          <p:cxnSp>
            <p:nvCxnSpPr>
              <p:cNvPr id="617" name="Google Shape;617;p43"/>
              <p:cNvCxnSpPr>
                <a:endCxn id="615" idx="2"/>
              </p:cNvCxnSpPr>
              <p:nvPr/>
            </p:nvCxnSpPr>
            <p:spPr>
              <a:xfrm>
                <a:off x="1504498" y="2081064"/>
                <a:ext cx="1543500" cy="299100"/>
              </a:xfrm>
              <a:prstGeom prst="straightConnector1">
                <a:avLst/>
              </a:prstGeom>
              <a:noFill/>
              <a:ln w="9525" cap="flat" cmpd="sng">
                <a:solidFill>
                  <a:schemeClr val="accent4"/>
                </a:solidFill>
                <a:prstDash val="solid"/>
                <a:round/>
                <a:headEnd type="none" w="med" len="med"/>
                <a:tailEnd type="triangle" w="med" len="med"/>
              </a:ln>
            </p:spPr>
          </p:cxnSp>
          <p:cxnSp>
            <p:nvCxnSpPr>
              <p:cNvPr id="618" name="Google Shape;618;p43"/>
              <p:cNvCxnSpPr>
                <a:endCxn id="615" idx="2"/>
              </p:cNvCxnSpPr>
              <p:nvPr/>
            </p:nvCxnSpPr>
            <p:spPr>
              <a:xfrm rot="10800000" flipH="1">
                <a:off x="869998" y="2380164"/>
                <a:ext cx="2178000" cy="123000"/>
              </a:xfrm>
              <a:prstGeom prst="straightConnector1">
                <a:avLst/>
              </a:prstGeom>
              <a:noFill/>
              <a:ln w="9525" cap="flat" cmpd="sng">
                <a:solidFill>
                  <a:schemeClr val="accent4"/>
                </a:solidFill>
                <a:prstDash val="solid"/>
                <a:round/>
                <a:headEnd type="none" w="med" len="med"/>
                <a:tailEnd type="triangle" w="med" len="med"/>
              </a:ln>
            </p:spPr>
          </p:cxnSp>
          <p:cxnSp>
            <p:nvCxnSpPr>
              <p:cNvPr id="619" name="Google Shape;619;p43"/>
              <p:cNvCxnSpPr>
                <a:endCxn id="615" idx="2"/>
              </p:cNvCxnSpPr>
              <p:nvPr/>
            </p:nvCxnSpPr>
            <p:spPr>
              <a:xfrm rot="10800000" flipH="1">
                <a:off x="1186798" y="2380164"/>
                <a:ext cx="1861200" cy="159600"/>
              </a:xfrm>
              <a:prstGeom prst="straightConnector1">
                <a:avLst/>
              </a:prstGeom>
              <a:noFill/>
              <a:ln w="9525" cap="flat" cmpd="sng">
                <a:solidFill>
                  <a:schemeClr val="accent4"/>
                </a:solidFill>
                <a:prstDash val="solid"/>
                <a:round/>
                <a:headEnd type="none" w="med" len="med"/>
                <a:tailEnd type="triangle" w="med" len="med"/>
              </a:ln>
            </p:spPr>
          </p:cxnSp>
          <p:cxnSp>
            <p:nvCxnSpPr>
              <p:cNvPr id="620" name="Google Shape;620;p43"/>
              <p:cNvCxnSpPr>
                <a:endCxn id="615" idx="2"/>
              </p:cNvCxnSpPr>
              <p:nvPr/>
            </p:nvCxnSpPr>
            <p:spPr>
              <a:xfrm rot="10800000" flipH="1">
                <a:off x="1505998" y="2380164"/>
                <a:ext cx="1542000" cy="195300"/>
              </a:xfrm>
              <a:prstGeom prst="straightConnector1">
                <a:avLst/>
              </a:prstGeom>
              <a:noFill/>
              <a:ln w="9525" cap="flat" cmpd="sng">
                <a:solidFill>
                  <a:schemeClr val="accent4"/>
                </a:solidFill>
                <a:prstDash val="solid"/>
                <a:round/>
                <a:headEnd type="none" w="med" len="med"/>
                <a:tailEnd type="triangle" w="med" len="med"/>
              </a:ln>
            </p:spPr>
          </p:cxnSp>
          <p:cxnSp>
            <p:nvCxnSpPr>
              <p:cNvPr id="621" name="Google Shape;621;p43"/>
              <p:cNvCxnSpPr>
                <a:endCxn id="615" idx="2"/>
              </p:cNvCxnSpPr>
              <p:nvPr/>
            </p:nvCxnSpPr>
            <p:spPr>
              <a:xfrm rot="10800000" flipH="1">
                <a:off x="869998" y="2380164"/>
                <a:ext cx="2178000" cy="477300"/>
              </a:xfrm>
              <a:prstGeom prst="straightConnector1">
                <a:avLst/>
              </a:prstGeom>
              <a:noFill/>
              <a:ln w="9525" cap="flat" cmpd="sng">
                <a:solidFill>
                  <a:schemeClr val="accent4"/>
                </a:solidFill>
                <a:prstDash val="solid"/>
                <a:round/>
                <a:headEnd type="none" w="med" len="med"/>
                <a:tailEnd type="triangle" w="med" len="med"/>
              </a:ln>
            </p:spPr>
          </p:cxnSp>
          <p:cxnSp>
            <p:nvCxnSpPr>
              <p:cNvPr id="622" name="Google Shape;622;p43"/>
              <p:cNvCxnSpPr>
                <a:endCxn id="615" idx="2"/>
              </p:cNvCxnSpPr>
              <p:nvPr/>
            </p:nvCxnSpPr>
            <p:spPr>
              <a:xfrm rot="10800000" flipH="1">
                <a:off x="1110598" y="2380164"/>
                <a:ext cx="1937400" cy="464400"/>
              </a:xfrm>
              <a:prstGeom prst="straightConnector1">
                <a:avLst/>
              </a:prstGeom>
              <a:noFill/>
              <a:ln w="9525" cap="flat" cmpd="sng">
                <a:solidFill>
                  <a:schemeClr val="accent4"/>
                </a:solidFill>
                <a:prstDash val="solid"/>
                <a:round/>
                <a:headEnd type="none" w="med" len="med"/>
                <a:tailEnd type="triangle" w="med" len="med"/>
              </a:ln>
            </p:spPr>
          </p:cxnSp>
          <p:cxnSp>
            <p:nvCxnSpPr>
              <p:cNvPr id="623" name="Google Shape;623;p43"/>
              <p:cNvCxnSpPr>
                <a:endCxn id="615" idx="2"/>
              </p:cNvCxnSpPr>
              <p:nvPr/>
            </p:nvCxnSpPr>
            <p:spPr>
              <a:xfrm rot="10800000" flipH="1">
                <a:off x="1505998" y="2380164"/>
                <a:ext cx="1542000" cy="500100"/>
              </a:xfrm>
              <a:prstGeom prst="straightConnector1">
                <a:avLst/>
              </a:prstGeom>
              <a:noFill/>
              <a:ln w="9525" cap="flat" cmpd="sng">
                <a:solidFill>
                  <a:schemeClr val="accent4"/>
                </a:solidFill>
                <a:prstDash val="solid"/>
                <a:round/>
                <a:headEnd type="none" w="med" len="med"/>
                <a:tailEnd type="triangle" w="med" len="med"/>
              </a:ln>
            </p:spPr>
          </p:cxnSp>
        </p:grpSp>
      </p:grpSp>
      <p:grpSp>
        <p:nvGrpSpPr>
          <p:cNvPr id="624" name="Google Shape;624;p43"/>
          <p:cNvGrpSpPr/>
          <p:nvPr/>
        </p:nvGrpSpPr>
        <p:grpSpPr>
          <a:xfrm>
            <a:off x="3883433" y="3387700"/>
            <a:ext cx="4651467" cy="2504200"/>
            <a:chOff x="2912575" y="2540775"/>
            <a:chExt cx="3488600" cy="1878150"/>
          </a:xfrm>
        </p:grpSpPr>
        <p:sp>
          <p:nvSpPr>
            <p:cNvPr id="625" name="Google Shape;625;p43"/>
            <p:cNvSpPr/>
            <p:nvPr/>
          </p:nvSpPr>
          <p:spPr>
            <a:xfrm>
              <a:off x="5180675" y="2813425"/>
              <a:ext cx="929700" cy="858600"/>
            </a:xfrm>
            <a:prstGeom prst="rect">
              <a:avLst/>
            </a:prstGeom>
            <a:solidFill>
              <a:srgbClr val="F7EAE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nvGrpSpPr>
            <p:cNvPr id="626" name="Google Shape;626;p43"/>
            <p:cNvGrpSpPr/>
            <p:nvPr/>
          </p:nvGrpSpPr>
          <p:grpSpPr>
            <a:xfrm>
              <a:off x="2912575" y="2540775"/>
              <a:ext cx="1659300" cy="1611300"/>
              <a:chOff x="2912575" y="2540775"/>
              <a:chExt cx="1659300" cy="1611300"/>
            </a:xfrm>
          </p:grpSpPr>
          <p:sp>
            <p:nvSpPr>
              <p:cNvPr id="627" name="Google Shape;627;p43"/>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28" name="Google Shape;628;p43"/>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29" name="Google Shape;629;p43"/>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0" name="Google Shape;630;p43"/>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1" name="Google Shape;631;p43"/>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2" name="Google Shape;632;p43"/>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3" name="Google Shape;633;p43"/>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4" name="Google Shape;634;p43"/>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5" name="Google Shape;635;p43"/>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6" name="Google Shape;636;p43"/>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7" name="Google Shape;637;p43"/>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8" name="Google Shape;638;p43"/>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39" name="Google Shape;639;p43"/>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40" name="Google Shape;640;p43"/>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41" name="Google Shape;641;p43"/>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42" name="Google Shape;642;p43"/>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43" name="Google Shape;643;p43"/>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644" name="Google Shape;644;p43"/>
            <p:cNvGrpSpPr/>
            <p:nvPr/>
          </p:nvGrpSpPr>
          <p:grpSpPr>
            <a:xfrm>
              <a:off x="3064975" y="2693175"/>
              <a:ext cx="1659300" cy="1611300"/>
              <a:chOff x="2912575" y="2540775"/>
              <a:chExt cx="1659300" cy="1611300"/>
            </a:xfrm>
          </p:grpSpPr>
          <p:sp>
            <p:nvSpPr>
              <p:cNvPr id="645" name="Google Shape;645;p43"/>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15" name="Google Shape;615;p43"/>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46" name="Google Shape;646;p43"/>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47" name="Google Shape;647;p43"/>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48" name="Google Shape;648;p43"/>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49" name="Google Shape;649;p43"/>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0" name="Google Shape;650;p43"/>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1" name="Google Shape;651;p43"/>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2" name="Google Shape;652;p43"/>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3" name="Google Shape;653;p43"/>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4" name="Google Shape;654;p43"/>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5" name="Google Shape;655;p43"/>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6" name="Google Shape;656;p43"/>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7" name="Google Shape;657;p43"/>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8" name="Google Shape;658;p43"/>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59" name="Google Shape;659;p43"/>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0" name="Google Shape;660;p43"/>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661" name="Google Shape;661;p43"/>
            <p:cNvGrpSpPr/>
            <p:nvPr/>
          </p:nvGrpSpPr>
          <p:grpSpPr>
            <a:xfrm>
              <a:off x="3229450" y="2807625"/>
              <a:ext cx="1659300" cy="1611300"/>
              <a:chOff x="2912575" y="2540775"/>
              <a:chExt cx="1659300" cy="1611300"/>
            </a:xfrm>
          </p:grpSpPr>
          <p:sp>
            <p:nvSpPr>
              <p:cNvPr id="662" name="Google Shape;662;p43"/>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3" name="Google Shape;663;p43"/>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4" name="Google Shape;664;p43"/>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5" name="Google Shape;665;p43"/>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6" name="Google Shape;666;p43"/>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7" name="Google Shape;667;p43"/>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8" name="Google Shape;668;p43"/>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69" name="Google Shape;669;p43"/>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0" name="Google Shape;670;p43"/>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1" name="Google Shape;671;p43"/>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2" name="Google Shape;672;p43"/>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3" name="Google Shape;673;p43"/>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4" name="Google Shape;674;p43"/>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5" name="Google Shape;675;p43"/>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6" name="Google Shape;676;p43"/>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7" name="Google Shape;677;p43"/>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78" name="Google Shape;678;p43"/>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679" name="Google Shape;679;p43"/>
            <p:cNvSpPr/>
            <p:nvPr/>
          </p:nvSpPr>
          <p:spPr>
            <a:xfrm>
              <a:off x="5319063" y="292523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80" name="Google Shape;680;p43"/>
            <p:cNvSpPr/>
            <p:nvPr/>
          </p:nvSpPr>
          <p:spPr>
            <a:xfrm>
              <a:off x="3315150" y="2900050"/>
              <a:ext cx="733800" cy="719100"/>
            </a:xfrm>
            <a:prstGeom prst="roundRect">
              <a:avLst>
                <a:gd name="adj" fmla="val 16667"/>
              </a:avLst>
            </a:prstGeom>
            <a:noFill/>
            <a:ln w="19050" cap="flat" cmpd="sng">
              <a:solidFill>
                <a:schemeClr val="accent5"/>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681" name="Google Shape;681;p43"/>
            <p:cNvGrpSpPr/>
            <p:nvPr/>
          </p:nvGrpSpPr>
          <p:grpSpPr>
            <a:xfrm>
              <a:off x="3443763" y="3061587"/>
              <a:ext cx="1875300" cy="386100"/>
              <a:chOff x="3443763" y="3061587"/>
              <a:chExt cx="1875300" cy="386100"/>
            </a:xfrm>
          </p:grpSpPr>
          <p:cxnSp>
            <p:nvCxnSpPr>
              <p:cNvPr id="682" name="Google Shape;682;p43"/>
              <p:cNvCxnSpPr>
                <a:endCxn id="679" idx="2"/>
              </p:cNvCxnSpPr>
              <p:nvPr/>
            </p:nvCxnSpPr>
            <p:spPr>
              <a:xfrm rot="10800000" flipH="1">
                <a:off x="3443763" y="3061587"/>
                <a:ext cx="1875300" cy="48300"/>
              </a:xfrm>
              <a:prstGeom prst="straightConnector1">
                <a:avLst/>
              </a:prstGeom>
              <a:noFill/>
              <a:ln w="9525" cap="flat" cmpd="sng">
                <a:solidFill>
                  <a:srgbClr val="93C47D"/>
                </a:solidFill>
                <a:prstDash val="solid"/>
                <a:round/>
                <a:headEnd type="none" w="med" len="med"/>
                <a:tailEnd type="triangle" w="med" len="med"/>
              </a:ln>
            </p:spPr>
          </p:cxnSp>
          <p:cxnSp>
            <p:nvCxnSpPr>
              <p:cNvPr id="683" name="Google Shape;683;p43"/>
              <p:cNvCxnSpPr>
                <a:endCxn id="679" idx="2"/>
              </p:cNvCxnSpPr>
              <p:nvPr/>
            </p:nvCxnSpPr>
            <p:spPr>
              <a:xfrm rot="10800000" flipH="1">
                <a:off x="3443763" y="3061587"/>
                <a:ext cx="1875300" cy="386100"/>
              </a:xfrm>
              <a:prstGeom prst="straightConnector1">
                <a:avLst/>
              </a:prstGeom>
              <a:noFill/>
              <a:ln w="9525" cap="flat" cmpd="sng">
                <a:solidFill>
                  <a:srgbClr val="93C47D"/>
                </a:solidFill>
                <a:prstDash val="solid"/>
                <a:round/>
                <a:headEnd type="none" w="med" len="med"/>
                <a:tailEnd type="triangle" w="med" len="med"/>
              </a:ln>
            </p:spPr>
          </p:cxnSp>
          <p:cxnSp>
            <p:nvCxnSpPr>
              <p:cNvPr id="684" name="Google Shape;684;p43"/>
              <p:cNvCxnSpPr>
                <a:endCxn id="679" idx="2"/>
              </p:cNvCxnSpPr>
              <p:nvPr/>
            </p:nvCxnSpPr>
            <p:spPr>
              <a:xfrm rot="10800000" flipH="1">
                <a:off x="3853863" y="3061587"/>
                <a:ext cx="1465200" cy="48300"/>
              </a:xfrm>
              <a:prstGeom prst="straightConnector1">
                <a:avLst/>
              </a:prstGeom>
              <a:noFill/>
              <a:ln w="9525" cap="flat" cmpd="sng">
                <a:solidFill>
                  <a:srgbClr val="93C47D"/>
                </a:solidFill>
                <a:prstDash val="solid"/>
                <a:round/>
                <a:headEnd type="none" w="med" len="med"/>
                <a:tailEnd type="triangle" w="med" len="med"/>
              </a:ln>
            </p:spPr>
          </p:cxnSp>
          <p:cxnSp>
            <p:nvCxnSpPr>
              <p:cNvPr id="685" name="Google Shape;685;p43"/>
              <p:cNvCxnSpPr>
                <a:endCxn id="679" idx="2"/>
              </p:cNvCxnSpPr>
              <p:nvPr/>
            </p:nvCxnSpPr>
            <p:spPr>
              <a:xfrm rot="10800000" flipH="1">
                <a:off x="3853863" y="3061587"/>
                <a:ext cx="1465200" cy="386100"/>
              </a:xfrm>
              <a:prstGeom prst="straightConnector1">
                <a:avLst/>
              </a:prstGeom>
              <a:noFill/>
              <a:ln w="9525" cap="flat" cmpd="sng">
                <a:solidFill>
                  <a:srgbClr val="93C47D"/>
                </a:solidFill>
                <a:prstDash val="solid"/>
                <a:round/>
                <a:headEnd type="none" w="med" len="med"/>
                <a:tailEnd type="triangle" w="med" len="med"/>
              </a:ln>
            </p:spPr>
          </p:cxnSp>
        </p:grpSp>
        <p:sp>
          <p:nvSpPr>
            <p:cNvPr id="686" name="Google Shape;686;p43"/>
            <p:cNvSpPr/>
            <p:nvPr/>
          </p:nvSpPr>
          <p:spPr>
            <a:xfrm>
              <a:off x="5735588" y="290528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87" name="Google Shape;687;p43"/>
            <p:cNvSpPr/>
            <p:nvPr/>
          </p:nvSpPr>
          <p:spPr>
            <a:xfrm>
              <a:off x="5319063" y="32986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88" name="Google Shape;688;p43"/>
            <p:cNvSpPr/>
            <p:nvPr/>
          </p:nvSpPr>
          <p:spPr>
            <a:xfrm>
              <a:off x="5735588" y="32986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nvGrpSpPr>
            <p:cNvPr id="689" name="Google Shape;689;p43"/>
            <p:cNvGrpSpPr/>
            <p:nvPr/>
          </p:nvGrpSpPr>
          <p:grpSpPr>
            <a:xfrm>
              <a:off x="5319075" y="2917125"/>
              <a:ext cx="929700" cy="858600"/>
              <a:chOff x="5333075" y="3118225"/>
              <a:chExt cx="929700" cy="858600"/>
            </a:xfrm>
          </p:grpSpPr>
          <p:sp>
            <p:nvSpPr>
              <p:cNvPr id="690" name="Google Shape;690;p43"/>
              <p:cNvSpPr/>
              <p:nvPr/>
            </p:nvSpPr>
            <p:spPr>
              <a:xfrm>
                <a:off x="5333075" y="3118225"/>
                <a:ext cx="929700" cy="858600"/>
              </a:xfrm>
              <a:prstGeom prst="rect">
                <a:avLst/>
              </a:prstGeom>
              <a:solidFill>
                <a:srgbClr val="F7EAE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91" name="Google Shape;691;p43"/>
              <p:cNvSpPr/>
              <p:nvPr/>
            </p:nvSpPr>
            <p:spPr>
              <a:xfrm>
                <a:off x="5471463" y="323003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92" name="Google Shape;692;p43"/>
              <p:cNvSpPr/>
              <p:nvPr/>
            </p:nvSpPr>
            <p:spPr>
              <a:xfrm>
                <a:off x="5887988" y="321008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93" name="Google Shape;693;p43"/>
              <p:cNvSpPr/>
              <p:nvPr/>
            </p:nvSpPr>
            <p:spPr>
              <a:xfrm>
                <a:off x="5471463"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94" name="Google Shape;694;p43"/>
              <p:cNvSpPr/>
              <p:nvPr/>
            </p:nvSpPr>
            <p:spPr>
              <a:xfrm>
                <a:off x="5887988"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695" name="Google Shape;695;p43"/>
            <p:cNvGrpSpPr/>
            <p:nvPr/>
          </p:nvGrpSpPr>
          <p:grpSpPr>
            <a:xfrm>
              <a:off x="5471475" y="3069525"/>
              <a:ext cx="929700" cy="858600"/>
              <a:chOff x="5333075" y="3118225"/>
              <a:chExt cx="929700" cy="858600"/>
            </a:xfrm>
          </p:grpSpPr>
          <p:sp>
            <p:nvSpPr>
              <p:cNvPr id="696" name="Google Shape;696;p43"/>
              <p:cNvSpPr/>
              <p:nvPr/>
            </p:nvSpPr>
            <p:spPr>
              <a:xfrm>
                <a:off x="5333075" y="3118225"/>
                <a:ext cx="929700" cy="858600"/>
              </a:xfrm>
              <a:prstGeom prst="rect">
                <a:avLst/>
              </a:prstGeom>
              <a:solidFill>
                <a:srgbClr val="F7EAE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97" name="Google Shape;697;p43"/>
              <p:cNvSpPr/>
              <p:nvPr/>
            </p:nvSpPr>
            <p:spPr>
              <a:xfrm>
                <a:off x="5471463" y="323003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98" name="Google Shape;698;p43"/>
              <p:cNvSpPr/>
              <p:nvPr/>
            </p:nvSpPr>
            <p:spPr>
              <a:xfrm>
                <a:off x="5887988" y="321008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699" name="Google Shape;699;p43"/>
              <p:cNvSpPr/>
              <p:nvPr/>
            </p:nvSpPr>
            <p:spPr>
              <a:xfrm>
                <a:off x="5471463"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00" name="Google Shape;700;p43"/>
              <p:cNvSpPr/>
              <p:nvPr/>
            </p:nvSpPr>
            <p:spPr>
              <a:xfrm>
                <a:off x="5887988"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sp>
        <p:nvSpPr>
          <p:cNvPr id="701" name="Google Shape;701;p43"/>
          <p:cNvSpPr txBox="1"/>
          <p:nvPr/>
        </p:nvSpPr>
        <p:spPr>
          <a:xfrm>
            <a:off x="1025233" y="6147401"/>
            <a:ext cx="21980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Input Layer</a:t>
            </a:r>
            <a:endParaRPr sz="2133">
              <a:solidFill>
                <a:srgbClr val="666666"/>
              </a:solidFill>
              <a:latin typeface="Questrial"/>
              <a:ea typeface="Questrial"/>
              <a:cs typeface="Questrial"/>
              <a:sym typeface="Questrial"/>
            </a:endParaRPr>
          </a:p>
        </p:txBody>
      </p:sp>
      <p:sp>
        <p:nvSpPr>
          <p:cNvPr id="702" name="Google Shape;702;p43"/>
          <p:cNvSpPr txBox="1"/>
          <p:nvPr/>
        </p:nvSpPr>
        <p:spPr>
          <a:xfrm>
            <a:off x="3890633" y="6147401"/>
            <a:ext cx="26276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Convolution Layer</a:t>
            </a:r>
            <a:endParaRPr sz="2133">
              <a:solidFill>
                <a:srgbClr val="666666"/>
              </a:solidFill>
              <a:latin typeface="Questrial"/>
              <a:ea typeface="Questrial"/>
              <a:cs typeface="Questrial"/>
              <a:sym typeface="Questrial"/>
            </a:endParaRPr>
          </a:p>
        </p:txBody>
      </p:sp>
      <p:sp>
        <p:nvSpPr>
          <p:cNvPr id="703" name="Google Shape;703;p43"/>
          <p:cNvSpPr txBox="1"/>
          <p:nvPr/>
        </p:nvSpPr>
        <p:spPr>
          <a:xfrm>
            <a:off x="6704367" y="6147409"/>
            <a:ext cx="21980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Pooling Layer</a:t>
            </a:r>
            <a:endParaRPr sz="2133">
              <a:solidFill>
                <a:srgbClr val="666666"/>
              </a:solidFill>
              <a:latin typeface="Questrial"/>
              <a:ea typeface="Questrial"/>
              <a:cs typeface="Questrial"/>
              <a:sym typeface="Questrial"/>
            </a:endParaRPr>
          </a:p>
        </p:txBody>
      </p:sp>
      <p:grpSp>
        <p:nvGrpSpPr>
          <p:cNvPr id="704" name="Google Shape;704;p43"/>
          <p:cNvGrpSpPr/>
          <p:nvPr/>
        </p:nvGrpSpPr>
        <p:grpSpPr>
          <a:xfrm>
            <a:off x="9105571" y="2534117"/>
            <a:ext cx="294916" cy="3946975"/>
            <a:chOff x="6897650" y="1429875"/>
            <a:chExt cx="272700" cy="3649650"/>
          </a:xfrm>
        </p:grpSpPr>
        <p:sp>
          <p:nvSpPr>
            <p:cNvPr id="705" name="Google Shape;705;p43"/>
            <p:cNvSpPr/>
            <p:nvPr/>
          </p:nvSpPr>
          <p:spPr>
            <a:xfrm>
              <a:off x="6897650" y="26490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06" name="Google Shape;706;p43"/>
            <p:cNvSpPr/>
            <p:nvPr/>
          </p:nvSpPr>
          <p:spPr>
            <a:xfrm>
              <a:off x="6897650" y="295732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07" name="Google Shape;707;p43"/>
            <p:cNvSpPr/>
            <p:nvPr/>
          </p:nvSpPr>
          <p:spPr>
            <a:xfrm>
              <a:off x="6897650" y="32655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08" name="Google Shape;708;p43"/>
            <p:cNvSpPr/>
            <p:nvPr/>
          </p:nvSpPr>
          <p:spPr>
            <a:xfrm>
              <a:off x="6897650" y="357382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09" name="Google Shape;709;p43"/>
            <p:cNvSpPr/>
            <p:nvPr/>
          </p:nvSpPr>
          <p:spPr>
            <a:xfrm>
              <a:off x="6897650" y="38820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10" name="Google Shape;710;p43"/>
            <p:cNvSpPr/>
            <p:nvPr/>
          </p:nvSpPr>
          <p:spPr>
            <a:xfrm>
              <a:off x="6897650" y="419032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11" name="Google Shape;711;p43"/>
            <p:cNvSpPr/>
            <p:nvPr/>
          </p:nvSpPr>
          <p:spPr>
            <a:xfrm>
              <a:off x="6897650" y="173122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12" name="Google Shape;712;p43"/>
            <p:cNvSpPr/>
            <p:nvPr/>
          </p:nvSpPr>
          <p:spPr>
            <a:xfrm>
              <a:off x="6897650" y="44985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13" name="Google Shape;713;p43"/>
            <p:cNvSpPr/>
            <p:nvPr/>
          </p:nvSpPr>
          <p:spPr>
            <a:xfrm>
              <a:off x="6897650" y="480682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14" name="Google Shape;714;p43"/>
            <p:cNvSpPr/>
            <p:nvPr/>
          </p:nvSpPr>
          <p:spPr>
            <a:xfrm>
              <a:off x="6897650" y="23442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15" name="Google Shape;715;p43"/>
            <p:cNvSpPr/>
            <p:nvPr/>
          </p:nvSpPr>
          <p:spPr>
            <a:xfrm>
              <a:off x="6897650" y="20394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716" name="Google Shape;716;p43"/>
            <p:cNvSpPr/>
            <p:nvPr/>
          </p:nvSpPr>
          <p:spPr>
            <a:xfrm>
              <a:off x="6897650" y="14298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cxnSp>
        <p:nvCxnSpPr>
          <p:cNvPr id="717" name="Google Shape;717;p43"/>
          <p:cNvCxnSpPr>
            <a:stCxn id="696" idx="3"/>
            <a:endCxn id="707" idx="2"/>
          </p:cNvCxnSpPr>
          <p:nvPr/>
        </p:nvCxnSpPr>
        <p:spPr>
          <a:xfrm>
            <a:off x="8534900" y="4665100"/>
            <a:ext cx="570800" cy="1600"/>
          </a:xfrm>
          <a:prstGeom prst="straightConnector1">
            <a:avLst/>
          </a:prstGeom>
          <a:noFill/>
          <a:ln w="9525" cap="flat" cmpd="sng">
            <a:solidFill>
              <a:schemeClr val="dk2"/>
            </a:solidFill>
            <a:prstDash val="solid"/>
            <a:round/>
            <a:headEnd type="none" w="med" len="med"/>
            <a:tailEnd type="triangle" w="med" len="med"/>
          </a:ln>
        </p:spPr>
      </p:cxnSp>
      <p:grpSp>
        <p:nvGrpSpPr>
          <p:cNvPr id="718" name="Google Shape;718;p43"/>
          <p:cNvGrpSpPr/>
          <p:nvPr/>
        </p:nvGrpSpPr>
        <p:grpSpPr>
          <a:xfrm>
            <a:off x="10550084" y="2746934"/>
            <a:ext cx="394283" cy="3396880"/>
            <a:chOff x="7455363" y="2060200"/>
            <a:chExt cx="295712" cy="2547660"/>
          </a:xfrm>
        </p:grpSpPr>
        <p:grpSp>
          <p:nvGrpSpPr>
            <p:cNvPr id="719" name="Google Shape;719;p43"/>
            <p:cNvGrpSpPr/>
            <p:nvPr/>
          </p:nvGrpSpPr>
          <p:grpSpPr>
            <a:xfrm>
              <a:off x="7455363" y="2060200"/>
              <a:ext cx="272712" cy="461635"/>
              <a:chOff x="7455363" y="2060200"/>
              <a:chExt cx="272712" cy="461635"/>
            </a:xfrm>
          </p:grpSpPr>
          <p:sp>
            <p:nvSpPr>
              <p:cNvPr id="720" name="Google Shape;720;p43"/>
              <p:cNvSpPr/>
              <p:nvPr/>
            </p:nvSpPr>
            <p:spPr>
              <a:xfrm>
                <a:off x="7455363" y="2123962"/>
                <a:ext cx="272700" cy="2727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Questrial"/>
                  <a:ea typeface="Questrial"/>
                  <a:cs typeface="Questrial"/>
                  <a:sym typeface="Questrial"/>
                </a:endParaRPr>
              </a:p>
            </p:txBody>
          </p:sp>
          <p:sp>
            <p:nvSpPr>
              <p:cNvPr id="721" name="Google Shape;721;p43"/>
              <p:cNvSpPr txBox="1"/>
              <p:nvPr/>
            </p:nvSpPr>
            <p:spPr>
              <a:xfrm>
                <a:off x="7455375" y="2060200"/>
                <a:ext cx="272700" cy="461635"/>
              </a:xfrm>
              <a:prstGeom prst="rect">
                <a:avLst/>
              </a:prstGeom>
              <a:noFill/>
              <a:ln>
                <a:noFill/>
              </a:ln>
            </p:spPr>
            <p:txBody>
              <a:bodyPr spcFirstLastPara="1" wrap="square" lIns="121900" tIns="121900" rIns="121900" bIns="121900" anchor="t" anchorCtr="0">
                <a:spAutoFit/>
              </a:bodyPr>
              <a:lstStyle/>
              <a:p>
                <a:r>
                  <a:rPr lang="en" sz="2400">
                    <a:latin typeface="Questrial"/>
                    <a:ea typeface="Questrial"/>
                    <a:cs typeface="Questrial"/>
                    <a:sym typeface="Questrial"/>
                  </a:rPr>
                  <a:t>0</a:t>
                </a:r>
                <a:endParaRPr sz="2400">
                  <a:latin typeface="Questrial"/>
                  <a:ea typeface="Questrial"/>
                  <a:cs typeface="Questrial"/>
                  <a:sym typeface="Questrial"/>
                </a:endParaRPr>
              </a:p>
            </p:txBody>
          </p:sp>
        </p:grpSp>
        <p:grpSp>
          <p:nvGrpSpPr>
            <p:cNvPr id="722" name="Google Shape;722;p43"/>
            <p:cNvGrpSpPr/>
            <p:nvPr/>
          </p:nvGrpSpPr>
          <p:grpSpPr>
            <a:xfrm>
              <a:off x="7455363" y="2460400"/>
              <a:ext cx="272712" cy="461635"/>
              <a:chOff x="7455363" y="2060200"/>
              <a:chExt cx="272712" cy="461635"/>
            </a:xfrm>
          </p:grpSpPr>
          <p:sp>
            <p:nvSpPr>
              <p:cNvPr id="723" name="Google Shape;723;p43"/>
              <p:cNvSpPr/>
              <p:nvPr/>
            </p:nvSpPr>
            <p:spPr>
              <a:xfrm>
                <a:off x="7455363" y="2123962"/>
                <a:ext cx="272700" cy="2727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Questrial"/>
                  <a:ea typeface="Questrial"/>
                  <a:cs typeface="Questrial"/>
                  <a:sym typeface="Questrial"/>
                </a:endParaRPr>
              </a:p>
            </p:txBody>
          </p:sp>
          <p:sp>
            <p:nvSpPr>
              <p:cNvPr id="724" name="Google Shape;724;p43"/>
              <p:cNvSpPr txBox="1"/>
              <p:nvPr/>
            </p:nvSpPr>
            <p:spPr>
              <a:xfrm>
                <a:off x="7455375" y="2060200"/>
                <a:ext cx="272700" cy="461635"/>
              </a:xfrm>
              <a:prstGeom prst="rect">
                <a:avLst/>
              </a:prstGeom>
              <a:noFill/>
              <a:ln>
                <a:noFill/>
              </a:ln>
            </p:spPr>
            <p:txBody>
              <a:bodyPr spcFirstLastPara="1" wrap="square" lIns="121900" tIns="121900" rIns="121900" bIns="121900" anchor="t" anchorCtr="0">
                <a:spAutoFit/>
              </a:bodyPr>
              <a:lstStyle/>
              <a:p>
                <a:r>
                  <a:rPr lang="en" sz="2400">
                    <a:latin typeface="Questrial"/>
                    <a:ea typeface="Questrial"/>
                    <a:cs typeface="Questrial"/>
                    <a:sym typeface="Questrial"/>
                  </a:rPr>
                  <a:t>1</a:t>
                </a:r>
                <a:endParaRPr sz="2400">
                  <a:latin typeface="Questrial"/>
                  <a:ea typeface="Questrial"/>
                  <a:cs typeface="Questrial"/>
                  <a:sym typeface="Questrial"/>
                </a:endParaRPr>
              </a:p>
            </p:txBody>
          </p:sp>
        </p:grpSp>
        <p:grpSp>
          <p:nvGrpSpPr>
            <p:cNvPr id="725" name="Google Shape;725;p43"/>
            <p:cNvGrpSpPr/>
            <p:nvPr/>
          </p:nvGrpSpPr>
          <p:grpSpPr>
            <a:xfrm>
              <a:off x="7455363" y="4146225"/>
              <a:ext cx="272712" cy="461635"/>
              <a:chOff x="7455363" y="2060200"/>
              <a:chExt cx="272712" cy="461635"/>
            </a:xfrm>
          </p:grpSpPr>
          <p:sp>
            <p:nvSpPr>
              <p:cNvPr id="726" name="Google Shape;726;p43"/>
              <p:cNvSpPr/>
              <p:nvPr/>
            </p:nvSpPr>
            <p:spPr>
              <a:xfrm>
                <a:off x="7455363" y="2123962"/>
                <a:ext cx="272700" cy="2727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Questrial"/>
                  <a:ea typeface="Questrial"/>
                  <a:cs typeface="Questrial"/>
                  <a:sym typeface="Questrial"/>
                </a:endParaRPr>
              </a:p>
            </p:txBody>
          </p:sp>
          <p:sp>
            <p:nvSpPr>
              <p:cNvPr id="727" name="Google Shape;727;p43"/>
              <p:cNvSpPr txBox="1"/>
              <p:nvPr/>
            </p:nvSpPr>
            <p:spPr>
              <a:xfrm>
                <a:off x="7455375" y="2060200"/>
                <a:ext cx="272700" cy="461635"/>
              </a:xfrm>
              <a:prstGeom prst="rect">
                <a:avLst/>
              </a:prstGeom>
              <a:noFill/>
              <a:ln>
                <a:noFill/>
              </a:ln>
            </p:spPr>
            <p:txBody>
              <a:bodyPr spcFirstLastPara="1" wrap="square" lIns="121900" tIns="121900" rIns="121900" bIns="121900" anchor="t" anchorCtr="0">
                <a:spAutoFit/>
              </a:bodyPr>
              <a:lstStyle/>
              <a:p>
                <a:r>
                  <a:rPr lang="en" sz="2400">
                    <a:latin typeface="Questrial"/>
                    <a:ea typeface="Questrial"/>
                    <a:cs typeface="Questrial"/>
                    <a:sym typeface="Questrial"/>
                  </a:rPr>
                  <a:t>9</a:t>
                </a:r>
                <a:endParaRPr sz="2400">
                  <a:latin typeface="Questrial"/>
                  <a:ea typeface="Questrial"/>
                  <a:cs typeface="Questrial"/>
                  <a:sym typeface="Questrial"/>
                </a:endParaRPr>
              </a:p>
            </p:txBody>
          </p:sp>
        </p:grpSp>
        <p:grpSp>
          <p:nvGrpSpPr>
            <p:cNvPr id="728" name="Google Shape;728;p43"/>
            <p:cNvGrpSpPr/>
            <p:nvPr/>
          </p:nvGrpSpPr>
          <p:grpSpPr>
            <a:xfrm>
              <a:off x="7455363" y="2916500"/>
              <a:ext cx="272712" cy="461635"/>
              <a:chOff x="7455363" y="2060200"/>
              <a:chExt cx="272712" cy="461635"/>
            </a:xfrm>
          </p:grpSpPr>
          <p:sp>
            <p:nvSpPr>
              <p:cNvPr id="729" name="Google Shape;729;p43"/>
              <p:cNvSpPr/>
              <p:nvPr/>
            </p:nvSpPr>
            <p:spPr>
              <a:xfrm>
                <a:off x="7455363" y="2123962"/>
                <a:ext cx="272700" cy="2727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Questrial"/>
                  <a:ea typeface="Questrial"/>
                  <a:cs typeface="Questrial"/>
                  <a:sym typeface="Questrial"/>
                </a:endParaRPr>
              </a:p>
            </p:txBody>
          </p:sp>
          <p:sp>
            <p:nvSpPr>
              <p:cNvPr id="730" name="Google Shape;730;p43"/>
              <p:cNvSpPr txBox="1"/>
              <p:nvPr/>
            </p:nvSpPr>
            <p:spPr>
              <a:xfrm>
                <a:off x="7455375" y="2060200"/>
                <a:ext cx="272700" cy="461635"/>
              </a:xfrm>
              <a:prstGeom prst="rect">
                <a:avLst/>
              </a:prstGeom>
              <a:noFill/>
              <a:ln>
                <a:noFill/>
              </a:ln>
            </p:spPr>
            <p:txBody>
              <a:bodyPr spcFirstLastPara="1" wrap="square" lIns="121900" tIns="121900" rIns="121900" bIns="121900" anchor="t" anchorCtr="0">
                <a:spAutoFit/>
              </a:bodyPr>
              <a:lstStyle/>
              <a:p>
                <a:r>
                  <a:rPr lang="en" sz="2400">
                    <a:latin typeface="Questrial"/>
                    <a:ea typeface="Questrial"/>
                    <a:cs typeface="Questrial"/>
                    <a:sym typeface="Questrial"/>
                  </a:rPr>
                  <a:t>2</a:t>
                </a:r>
                <a:endParaRPr sz="2400">
                  <a:latin typeface="Questrial"/>
                  <a:ea typeface="Questrial"/>
                  <a:cs typeface="Questrial"/>
                  <a:sym typeface="Questrial"/>
                </a:endParaRPr>
              </a:p>
            </p:txBody>
          </p:sp>
        </p:grpSp>
        <p:sp>
          <p:nvSpPr>
            <p:cNvPr id="731" name="Google Shape;731;p43"/>
            <p:cNvSpPr txBox="1"/>
            <p:nvPr/>
          </p:nvSpPr>
          <p:spPr>
            <a:xfrm>
              <a:off x="7478375" y="3298650"/>
              <a:ext cx="272700" cy="1015632"/>
            </a:xfrm>
            <a:prstGeom prst="rect">
              <a:avLst/>
            </a:prstGeom>
            <a:noFill/>
            <a:ln>
              <a:noFill/>
            </a:ln>
          </p:spPr>
          <p:txBody>
            <a:bodyPr spcFirstLastPara="1" wrap="square" lIns="121900" tIns="121900" rIns="121900" bIns="121900" anchor="t" anchorCtr="0">
              <a:spAutoFit/>
            </a:bodyPr>
            <a:lstStyle/>
            <a:p>
              <a:r>
                <a:rPr lang="en" sz="2400"/>
                <a:t>.</a:t>
              </a:r>
              <a:br>
                <a:rPr lang="en" sz="2400"/>
              </a:br>
              <a:r>
                <a:rPr lang="en" sz="2400"/>
                <a:t>.</a:t>
              </a:r>
              <a:br>
                <a:rPr lang="en" sz="2400"/>
              </a:br>
              <a:r>
                <a:rPr lang="en" sz="2400"/>
                <a:t>.</a:t>
              </a:r>
              <a:endParaRPr sz="2400"/>
            </a:p>
          </p:txBody>
        </p:sp>
      </p:grpSp>
      <p:sp>
        <p:nvSpPr>
          <p:cNvPr id="732" name="Google Shape;732;p43"/>
          <p:cNvSpPr txBox="1"/>
          <p:nvPr/>
        </p:nvSpPr>
        <p:spPr>
          <a:xfrm>
            <a:off x="9797033" y="6128601"/>
            <a:ext cx="19004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Dense Layer</a:t>
            </a:r>
            <a:endParaRPr sz="2133">
              <a:solidFill>
                <a:srgbClr val="666666"/>
              </a:solidFill>
              <a:latin typeface="Questrial"/>
              <a:ea typeface="Questrial"/>
              <a:cs typeface="Questrial"/>
              <a:sym typeface="Questrial"/>
            </a:endParaRPr>
          </a:p>
        </p:txBody>
      </p:sp>
      <p:grpSp>
        <p:nvGrpSpPr>
          <p:cNvPr id="733" name="Google Shape;733;p43"/>
          <p:cNvGrpSpPr/>
          <p:nvPr/>
        </p:nvGrpSpPr>
        <p:grpSpPr>
          <a:xfrm>
            <a:off x="9357301" y="2681575"/>
            <a:ext cx="1192802" cy="3652059"/>
            <a:chOff x="7017974" y="2011181"/>
            <a:chExt cx="894601" cy="2739044"/>
          </a:xfrm>
        </p:grpSpPr>
        <p:cxnSp>
          <p:nvCxnSpPr>
            <p:cNvPr id="734" name="Google Shape;734;p43"/>
            <p:cNvCxnSpPr>
              <a:stCxn id="716" idx="6"/>
              <a:endCxn id="721" idx="1"/>
            </p:cNvCxnSpPr>
            <p:nvPr/>
          </p:nvCxnSpPr>
          <p:spPr>
            <a:xfrm>
              <a:off x="7050365" y="2011181"/>
              <a:ext cx="862210" cy="279837"/>
            </a:xfrm>
            <a:prstGeom prst="straightConnector1">
              <a:avLst/>
            </a:prstGeom>
            <a:noFill/>
            <a:ln w="9525" cap="flat" cmpd="sng">
              <a:solidFill>
                <a:srgbClr val="DD7E6B"/>
              </a:solidFill>
              <a:prstDash val="solid"/>
              <a:round/>
              <a:headEnd type="none" w="med" len="med"/>
              <a:tailEnd type="triangle" w="med" len="med"/>
            </a:ln>
          </p:spPr>
        </p:cxnSp>
        <p:cxnSp>
          <p:nvCxnSpPr>
            <p:cNvPr id="735" name="Google Shape;735;p43"/>
            <p:cNvCxnSpPr>
              <a:stCxn id="715" idx="6"/>
              <a:endCxn id="721" idx="1"/>
            </p:cNvCxnSpPr>
            <p:nvPr/>
          </p:nvCxnSpPr>
          <p:spPr>
            <a:xfrm flipV="1">
              <a:off x="7050365" y="2291018"/>
              <a:ext cx="862210" cy="214609"/>
            </a:xfrm>
            <a:prstGeom prst="straightConnector1">
              <a:avLst/>
            </a:prstGeom>
            <a:noFill/>
            <a:ln w="9525" cap="flat" cmpd="sng">
              <a:solidFill>
                <a:srgbClr val="DD7E6B"/>
              </a:solidFill>
              <a:prstDash val="solid"/>
              <a:round/>
              <a:headEnd type="none" w="med" len="med"/>
              <a:tailEnd type="triangle" w="med" len="med"/>
            </a:ln>
          </p:spPr>
        </p:cxnSp>
        <p:cxnSp>
          <p:nvCxnSpPr>
            <p:cNvPr id="736" name="Google Shape;736;p43"/>
            <p:cNvCxnSpPr>
              <a:stCxn id="714" idx="6"/>
              <a:endCxn id="724" idx="1"/>
            </p:cNvCxnSpPr>
            <p:nvPr/>
          </p:nvCxnSpPr>
          <p:spPr>
            <a:xfrm flipV="1">
              <a:off x="7050363" y="2691218"/>
              <a:ext cx="862209" cy="61633"/>
            </a:xfrm>
            <a:prstGeom prst="straightConnector1">
              <a:avLst/>
            </a:prstGeom>
            <a:noFill/>
            <a:ln w="9525" cap="flat" cmpd="sng">
              <a:solidFill>
                <a:srgbClr val="DD7E6B"/>
              </a:solidFill>
              <a:prstDash val="solid"/>
              <a:round/>
              <a:headEnd type="none" w="med" len="med"/>
              <a:tailEnd type="triangle" w="med" len="med"/>
            </a:ln>
          </p:spPr>
        </p:cxnSp>
        <p:cxnSp>
          <p:nvCxnSpPr>
            <p:cNvPr id="737" name="Google Shape;737;p43"/>
            <p:cNvCxnSpPr>
              <a:stCxn id="715" idx="6"/>
              <a:endCxn id="730" idx="1"/>
            </p:cNvCxnSpPr>
            <p:nvPr/>
          </p:nvCxnSpPr>
          <p:spPr>
            <a:xfrm>
              <a:off x="7050363" y="2505627"/>
              <a:ext cx="862209" cy="641690"/>
            </a:xfrm>
            <a:prstGeom prst="straightConnector1">
              <a:avLst/>
            </a:prstGeom>
            <a:noFill/>
            <a:ln w="9525" cap="flat" cmpd="sng">
              <a:solidFill>
                <a:srgbClr val="DD7E6B"/>
              </a:solidFill>
              <a:prstDash val="solid"/>
              <a:round/>
              <a:headEnd type="none" w="med" len="med"/>
              <a:tailEnd type="triangle" w="med" len="med"/>
            </a:ln>
          </p:spPr>
        </p:cxnSp>
        <p:cxnSp>
          <p:nvCxnSpPr>
            <p:cNvPr id="738" name="Google Shape;738;p43"/>
            <p:cNvCxnSpPr>
              <a:stCxn id="705" idx="6"/>
              <a:endCxn id="730" idx="1"/>
            </p:cNvCxnSpPr>
            <p:nvPr/>
          </p:nvCxnSpPr>
          <p:spPr>
            <a:xfrm>
              <a:off x="7050363" y="3000074"/>
              <a:ext cx="862209" cy="147244"/>
            </a:xfrm>
            <a:prstGeom prst="straightConnector1">
              <a:avLst/>
            </a:prstGeom>
            <a:noFill/>
            <a:ln w="9525" cap="flat" cmpd="sng">
              <a:solidFill>
                <a:srgbClr val="DD7E6B"/>
              </a:solidFill>
              <a:prstDash val="solid"/>
              <a:round/>
              <a:headEnd type="none" w="med" len="med"/>
              <a:tailEnd type="triangle" w="med" len="med"/>
            </a:ln>
          </p:spPr>
        </p:cxnSp>
        <p:cxnSp>
          <p:nvCxnSpPr>
            <p:cNvPr id="739" name="Google Shape;739;p43"/>
            <p:cNvCxnSpPr>
              <a:stCxn id="711" idx="6"/>
              <a:endCxn id="721" idx="1"/>
            </p:cNvCxnSpPr>
            <p:nvPr/>
          </p:nvCxnSpPr>
          <p:spPr>
            <a:xfrm>
              <a:off x="7050365" y="2255606"/>
              <a:ext cx="862210" cy="35412"/>
            </a:xfrm>
            <a:prstGeom prst="straightConnector1">
              <a:avLst/>
            </a:prstGeom>
            <a:noFill/>
            <a:ln w="9525" cap="flat" cmpd="sng">
              <a:solidFill>
                <a:srgbClr val="DD7E6B"/>
              </a:solidFill>
              <a:prstDash val="solid"/>
              <a:round/>
              <a:headEnd type="none" w="med" len="med"/>
              <a:tailEnd type="triangle" w="med" len="med"/>
            </a:ln>
          </p:spPr>
        </p:cxnSp>
        <p:cxnSp>
          <p:nvCxnSpPr>
            <p:cNvPr id="740" name="Google Shape;740;p43"/>
            <p:cNvCxnSpPr>
              <a:stCxn id="706" idx="6"/>
              <a:endCxn id="721" idx="1"/>
            </p:cNvCxnSpPr>
            <p:nvPr/>
          </p:nvCxnSpPr>
          <p:spPr>
            <a:xfrm flipV="1">
              <a:off x="7050365" y="2291018"/>
              <a:ext cx="862210" cy="959077"/>
            </a:xfrm>
            <a:prstGeom prst="straightConnector1">
              <a:avLst/>
            </a:prstGeom>
            <a:noFill/>
            <a:ln w="9525" cap="flat" cmpd="sng">
              <a:solidFill>
                <a:srgbClr val="DD7E6B"/>
              </a:solidFill>
              <a:prstDash val="solid"/>
              <a:round/>
              <a:headEnd type="none" w="med" len="med"/>
              <a:tailEnd type="triangle" w="med" len="med"/>
            </a:ln>
          </p:spPr>
        </p:cxnSp>
        <p:cxnSp>
          <p:nvCxnSpPr>
            <p:cNvPr id="741" name="Google Shape;741;p43"/>
            <p:cNvCxnSpPr>
              <a:stCxn id="707" idx="6"/>
              <a:endCxn id="727" idx="1"/>
            </p:cNvCxnSpPr>
            <p:nvPr/>
          </p:nvCxnSpPr>
          <p:spPr>
            <a:xfrm>
              <a:off x="7050363" y="3500117"/>
              <a:ext cx="862209" cy="876926"/>
            </a:xfrm>
            <a:prstGeom prst="straightConnector1">
              <a:avLst/>
            </a:prstGeom>
            <a:noFill/>
            <a:ln w="9525" cap="flat" cmpd="sng">
              <a:solidFill>
                <a:srgbClr val="DD7E6B"/>
              </a:solidFill>
              <a:prstDash val="solid"/>
              <a:round/>
              <a:headEnd type="none" w="med" len="med"/>
              <a:tailEnd type="triangle" w="med" len="med"/>
            </a:ln>
          </p:spPr>
        </p:cxnSp>
        <p:cxnSp>
          <p:nvCxnSpPr>
            <p:cNvPr id="742" name="Google Shape;742;p43"/>
            <p:cNvCxnSpPr>
              <a:stCxn id="708" idx="6"/>
              <a:endCxn id="727" idx="1"/>
            </p:cNvCxnSpPr>
            <p:nvPr/>
          </p:nvCxnSpPr>
          <p:spPr>
            <a:xfrm>
              <a:off x="7050363" y="3750139"/>
              <a:ext cx="862209" cy="626904"/>
            </a:xfrm>
            <a:prstGeom prst="straightConnector1">
              <a:avLst/>
            </a:prstGeom>
            <a:noFill/>
            <a:ln w="9525" cap="flat" cmpd="sng">
              <a:solidFill>
                <a:srgbClr val="DD7E6B"/>
              </a:solidFill>
              <a:prstDash val="solid"/>
              <a:round/>
              <a:headEnd type="none" w="med" len="med"/>
              <a:tailEnd type="triangle" w="med" len="med"/>
            </a:ln>
          </p:spPr>
        </p:cxnSp>
        <p:cxnSp>
          <p:nvCxnSpPr>
            <p:cNvPr id="743" name="Google Shape;743;p43"/>
            <p:cNvCxnSpPr>
              <a:stCxn id="709" idx="6"/>
              <a:endCxn id="727" idx="1"/>
            </p:cNvCxnSpPr>
            <p:nvPr/>
          </p:nvCxnSpPr>
          <p:spPr>
            <a:xfrm>
              <a:off x="7050363" y="4000161"/>
              <a:ext cx="862209" cy="376882"/>
            </a:xfrm>
            <a:prstGeom prst="straightConnector1">
              <a:avLst/>
            </a:prstGeom>
            <a:noFill/>
            <a:ln w="9525" cap="flat" cmpd="sng">
              <a:solidFill>
                <a:srgbClr val="DD7E6B"/>
              </a:solidFill>
              <a:prstDash val="solid"/>
              <a:round/>
              <a:headEnd type="none" w="med" len="med"/>
              <a:tailEnd type="triangle" w="med" len="med"/>
            </a:ln>
          </p:spPr>
        </p:cxnSp>
        <p:cxnSp>
          <p:nvCxnSpPr>
            <p:cNvPr id="744" name="Google Shape;744;p43"/>
            <p:cNvCxnSpPr>
              <a:stCxn id="710" idx="6"/>
              <a:endCxn id="727" idx="1"/>
            </p:cNvCxnSpPr>
            <p:nvPr/>
          </p:nvCxnSpPr>
          <p:spPr>
            <a:xfrm>
              <a:off x="7050363" y="4250182"/>
              <a:ext cx="862209" cy="126861"/>
            </a:xfrm>
            <a:prstGeom prst="straightConnector1">
              <a:avLst/>
            </a:prstGeom>
            <a:noFill/>
            <a:ln w="9525" cap="flat" cmpd="sng">
              <a:solidFill>
                <a:srgbClr val="DD7E6B"/>
              </a:solidFill>
              <a:prstDash val="solid"/>
              <a:round/>
              <a:headEnd type="none" w="med" len="med"/>
              <a:tailEnd type="triangle" w="med" len="med"/>
            </a:ln>
          </p:spPr>
        </p:cxnSp>
        <p:cxnSp>
          <p:nvCxnSpPr>
            <p:cNvPr id="745" name="Google Shape;745;p43"/>
            <p:cNvCxnSpPr>
              <a:stCxn id="712" idx="6"/>
              <a:endCxn id="727" idx="1"/>
            </p:cNvCxnSpPr>
            <p:nvPr/>
          </p:nvCxnSpPr>
          <p:spPr>
            <a:xfrm flipV="1">
              <a:off x="7050363" y="4377043"/>
              <a:ext cx="862209" cy="123160"/>
            </a:xfrm>
            <a:prstGeom prst="straightConnector1">
              <a:avLst/>
            </a:prstGeom>
            <a:noFill/>
            <a:ln w="9525" cap="flat" cmpd="sng">
              <a:solidFill>
                <a:srgbClr val="DD7E6B"/>
              </a:solidFill>
              <a:prstDash val="solid"/>
              <a:round/>
              <a:headEnd type="none" w="med" len="med"/>
              <a:tailEnd type="triangle" w="med" len="med"/>
            </a:ln>
          </p:spPr>
        </p:cxnSp>
        <p:cxnSp>
          <p:nvCxnSpPr>
            <p:cNvPr id="746" name="Google Shape;746;p43"/>
            <p:cNvCxnSpPr>
              <a:stCxn id="713" idx="6"/>
              <a:endCxn id="727" idx="1"/>
            </p:cNvCxnSpPr>
            <p:nvPr/>
          </p:nvCxnSpPr>
          <p:spPr>
            <a:xfrm flipV="1">
              <a:off x="7050363" y="4377043"/>
              <a:ext cx="862209" cy="373182"/>
            </a:xfrm>
            <a:prstGeom prst="straightConnector1">
              <a:avLst/>
            </a:prstGeom>
            <a:noFill/>
            <a:ln w="9525" cap="flat" cmpd="sng">
              <a:solidFill>
                <a:srgbClr val="DD7E6B"/>
              </a:solidFill>
              <a:prstDash val="solid"/>
              <a:round/>
              <a:headEnd type="none" w="med" len="med"/>
              <a:tailEnd type="triangle" w="med" len="med"/>
            </a:ln>
          </p:spPr>
        </p:cxnSp>
        <p:cxnSp>
          <p:nvCxnSpPr>
            <p:cNvPr id="747" name="Google Shape;747;p43"/>
            <p:cNvCxnSpPr>
              <a:stCxn id="707" idx="6"/>
              <a:endCxn id="730" idx="1"/>
            </p:cNvCxnSpPr>
            <p:nvPr/>
          </p:nvCxnSpPr>
          <p:spPr>
            <a:xfrm flipV="1">
              <a:off x="7050363" y="3147318"/>
              <a:ext cx="862209" cy="352799"/>
            </a:xfrm>
            <a:prstGeom prst="straightConnector1">
              <a:avLst/>
            </a:prstGeom>
            <a:noFill/>
            <a:ln w="9525" cap="flat" cmpd="sng">
              <a:solidFill>
                <a:srgbClr val="DD7E6B"/>
              </a:solidFill>
              <a:prstDash val="solid"/>
              <a:round/>
              <a:headEnd type="none" w="med" len="med"/>
              <a:tailEnd type="triangle" w="med" len="med"/>
            </a:ln>
          </p:spPr>
        </p:cxnSp>
        <p:cxnSp>
          <p:nvCxnSpPr>
            <p:cNvPr id="748" name="Google Shape;748;p43"/>
            <p:cNvCxnSpPr>
              <a:stCxn id="708" idx="6"/>
              <a:endCxn id="730" idx="1"/>
            </p:cNvCxnSpPr>
            <p:nvPr/>
          </p:nvCxnSpPr>
          <p:spPr>
            <a:xfrm flipV="1">
              <a:off x="7050363" y="3147318"/>
              <a:ext cx="862209" cy="602821"/>
            </a:xfrm>
            <a:prstGeom prst="straightConnector1">
              <a:avLst/>
            </a:prstGeom>
            <a:noFill/>
            <a:ln w="9525" cap="flat" cmpd="sng">
              <a:solidFill>
                <a:srgbClr val="DD7E6B"/>
              </a:solidFill>
              <a:prstDash val="solid"/>
              <a:round/>
              <a:headEnd type="none" w="med" len="med"/>
              <a:tailEnd type="triangle" w="med" len="med"/>
            </a:ln>
          </p:spPr>
        </p:cxnSp>
        <p:cxnSp>
          <p:nvCxnSpPr>
            <p:cNvPr id="749" name="Google Shape;749;p43"/>
            <p:cNvCxnSpPr>
              <a:stCxn id="710" idx="6"/>
              <a:endCxn id="730" idx="1"/>
            </p:cNvCxnSpPr>
            <p:nvPr/>
          </p:nvCxnSpPr>
          <p:spPr>
            <a:xfrm flipV="1">
              <a:off x="7050363" y="3147318"/>
              <a:ext cx="862209" cy="1102864"/>
            </a:xfrm>
            <a:prstGeom prst="straightConnector1">
              <a:avLst/>
            </a:prstGeom>
            <a:noFill/>
            <a:ln w="9525" cap="flat" cmpd="sng">
              <a:solidFill>
                <a:srgbClr val="DD7E6B"/>
              </a:solidFill>
              <a:prstDash val="solid"/>
              <a:round/>
              <a:headEnd type="none" w="med" len="med"/>
              <a:tailEnd type="triangle" w="med" len="med"/>
            </a:ln>
          </p:spPr>
        </p:cxnSp>
        <p:cxnSp>
          <p:nvCxnSpPr>
            <p:cNvPr id="750" name="Google Shape;750;p43"/>
            <p:cNvCxnSpPr>
              <a:stCxn id="713" idx="6"/>
              <a:endCxn id="730" idx="1"/>
            </p:cNvCxnSpPr>
            <p:nvPr/>
          </p:nvCxnSpPr>
          <p:spPr>
            <a:xfrm flipV="1">
              <a:off x="7050363" y="3147318"/>
              <a:ext cx="862209" cy="1602907"/>
            </a:xfrm>
            <a:prstGeom prst="straightConnector1">
              <a:avLst/>
            </a:prstGeom>
            <a:noFill/>
            <a:ln w="9525" cap="flat" cmpd="sng">
              <a:solidFill>
                <a:srgbClr val="DD7E6B"/>
              </a:solidFill>
              <a:prstDash val="solid"/>
              <a:round/>
              <a:headEnd type="none" w="med" len="med"/>
              <a:tailEnd type="triangle" w="med" len="med"/>
            </a:ln>
          </p:spPr>
        </p:cxnSp>
        <p:cxnSp>
          <p:nvCxnSpPr>
            <p:cNvPr id="751" name="Google Shape;751;p43"/>
            <p:cNvCxnSpPr>
              <a:stCxn id="710" idx="6"/>
              <a:endCxn id="724" idx="1"/>
            </p:cNvCxnSpPr>
            <p:nvPr/>
          </p:nvCxnSpPr>
          <p:spPr>
            <a:xfrm flipV="1">
              <a:off x="7050363" y="2691218"/>
              <a:ext cx="862209" cy="1558964"/>
            </a:xfrm>
            <a:prstGeom prst="straightConnector1">
              <a:avLst/>
            </a:prstGeom>
            <a:noFill/>
            <a:ln w="9525" cap="flat" cmpd="sng">
              <a:solidFill>
                <a:srgbClr val="DD7E6B"/>
              </a:solidFill>
              <a:prstDash val="solid"/>
              <a:round/>
              <a:headEnd type="none" w="med" len="med"/>
              <a:tailEnd type="triangle" w="med" len="med"/>
            </a:ln>
          </p:spPr>
        </p:cxnSp>
        <p:cxnSp>
          <p:nvCxnSpPr>
            <p:cNvPr id="752" name="Google Shape;752;p43"/>
            <p:cNvCxnSpPr>
              <a:stCxn id="709" idx="6"/>
              <a:endCxn id="724" idx="1"/>
            </p:cNvCxnSpPr>
            <p:nvPr/>
          </p:nvCxnSpPr>
          <p:spPr>
            <a:xfrm flipV="1">
              <a:off x="7050363" y="2691218"/>
              <a:ext cx="862209" cy="1308943"/>
            </a:xfrm>
            <a:prstGeom prst="straightConnector1">
              <a:avLst/>
            </a:prstGeom>
            <a:noFill/>
            <a:ln w="9525" cap="flat" cmpd="sng">
              <a:solidFill>
                <a:srgbClr val="DD7E6B"/>
              </a:solidFill>
              <a:prstDash val="solid"/>
              <a:round/>
              <a:headEnd type="none" w="med" len="med"/>
              <a:tailEnd type="triangle" w="med" len="med"/>
            </a:ln>
          </p:spPr>
        </p:cxnSp>
        <p:cxnSp>
          <p:nvCxnSpPr>
            <p:cNvPr id="753" name="Google Shape;753;p43"/>
            <p:cNvCxnSpPr>
              <a:stCxn id="707" idx="7"/>
              <a:endCxn id="721" idx="1"/>
            </p:cNvCxnSpPr>
            <p:nvPr/>
          </p:nvCxnSpPr>
          <p:spPr>
            <a:xfrm flipV="1">
              <a:off x="7017974" y="2291018"/>
              <a:ext cx="894601" cy="1130897"/>
            </a:xfrm>
            <a:prstGeom prst="straightConnector1">
              <a:avLst/>
            </a:prstGeom>
            <a:noFill/>
            <a:ln w="9525" cap="flat" cmpd="sng">
              <a:solidFill>
                <a:srgbClr val="DD7E6B"/>
              </a:solidFill>
              <a:prstDash val="solid"/>
              <a:round/>
              <a:headEnd type="none" w="med" len="med"/>
              <a:tailEnd type="triangle" w="med" len="med"/>
            </a:ln>
          </p:spPr>
        </p:cxnSp>
        <p:cxnSp>
          <p:nvCxnSpPr>
            <p:cNvPr id="754" name="Google Shape;754;p43"/>
            <p:cNvCxnSpPr>
              <a:stCxn id="708" idx="6"/>
              <a:endCxn id="721" idx="1"/>
            </p:cNvCxnSpPr>
            <p:nvPr/>
          </p:nvCxnSpPr>
          <p:spPr>
            <a:xfrm flipV="1">
              <a:off x="7050363" y="2291018"/>
              <a:ext cx="862209" cy="1459121"/>
            </a:xfrm>
            <a:prstGeom prst="straightConnector1">
              <a:avLst/>
            </a:prstGeom>
            <a:noFill/>
            <a:ln w="9525" cap="flat" cmpd="sng">
              <a:solidFill>
                <a:srgbClr val="DD7E6B"/>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
                                        </p:tgtEl>
                                        <p:attrNameLst>
                                          <p:attrName>style.visibility</p:attrName>
                                        </p:attrNameLst>
                                      </p:cBhvr>
                                      <p:to>
                                        <p:strVal val="visible"/>
                                      </p:to>
                                    </p:set>
                                    <p:animEffect transition="in" filter="fade">
                                      <p:cBhvr>
                                        <p:cTn id="7" dur="1000"/>
                                        <p:tgtEl>
                                          <p:spTgt spid="717"/>
                                        </p:tgtEl>
                                      </p:cBhvr>
                                    </p:animEffect>
                                  </p:childTnLst>
                                </p:cTn>
                              </p:par>
                              <p:par>
                                <p:cTn id="8" presetID="10" presetClass="entr" presetSubtype="0" fill="hold" nodeType="withEffect">
                                  <p:stCondLst>
                                    <p:cond delay="0"/>
                                  </p:stCondLst>
                                  <p:childTnLst>
                                    <p:set>
                                      <p:cBhvr>
                                        <p:cTn id="9" dur="1" fill="hold">
                                          <p:stCondLst>
                                            <p:cond delay="0"/>
                                          </p:stCondLst>
                                        </p:cTn>
                                        <p:tgtEl>
                                          <p:spTgt spid="704"/>
                                        </p:tgtEl>
                                        <p:attrNameLst>
                                          <p:attrName>style.visibility</p:attrName>
                                        </p:attrNameLst>
                                      </p:cBhvr>
                                      <p:to>
                                        <p:strVal val="visible"/>
                                      </p:to>
                                    </p:set>
                                    <p:animEffect transition="in" filter="fade">
                                      <p:cBhvr>
                                        <p:cTn id="10" dur="1000"/>
                                        <p:tgtEl>
                                          <p:spTgt spid="70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733"/>
                                        </p:tgtEl>
                                        <p:attrNameLst>
                                          <p:attrName>style.visibility</p:attrName>
                                        </p:attrNameLst>
                                      </p:cBhvr>
                                      <p:to>
                                        <p:strVal val="visible"/>
                                      </p:to>
                                    </p:set>
                                    <p:animEffect transition="in" filter="fade">
                                      <p:cBhvr>
                                        <p:cTn id="15" dur="1000"/>
                                        <p:tgtEl>
                                          <p:spTgt spid="733"/>
                                        </p:tgtEl>
                                      </p:cBhvr>
                                    </p:animEffect>
                                  </p:childTnLst>
                                </p:cTn>
                              </p:par>
                              <p:par>
                                <p:cTn id="16" presetID="10" presetClass="entr" presetSubtype="0" fill="hold" nodeType="withEffect">
                                  <p:stCondLst>
                                    <p:cond delay="0"/>
                                  </p:stCondLst>
                                  <p:childTnLst>
                                    <p:set>
                                      <p:cBhvr>
                                        <p:cTn id="17" dur="1" fill="hold">
                                          <p:stCondLst>
                                            <p:cond delay="0"/>
                                          </p:stCondLst>
                                        </p:cTn>
                                        <p:tgtEl>
                                          <p:spTgt spid="718"/>
                                        </p:tgtEl>
                                        <p:attrNameLst>
                                          <p:attrName>style.visibility</p:attrName>
                                        </p:attrNameLst>
                                      </p:cBhvr>
                                      <p:to>
                                        <p:strVal val="visible"/>
                                      </p:to>
                                    </p:set>
                                    <p:animEffect transition="in" filter="fade">
                                      <p:cBhvr>
                                        <p:cTn id="18" dur="1000"/>
                                        <p:tgtEl>
                                          <p:spTgt spid="718"/>
                                        </p:tgtEl>
                                      </p:cBhvr>
                                    </p:animEffect>
                                  </p:childTnLst>
                                </p:cTn>
                              </p:par>
                            </p:childTnLst>
                          </p:cTn>
                        </p:par>
                        <p:par>
                          <p:cTn id="19" fill="hold">
                            <p:stCondLst>
                              <p:cond delay="1000"/>
                            </p:stCondLst>
                            <p:childTnLst>
                              <p:par>
                                <p:cTn id="20" presetID="10" presetClass="entr" presetSubtype="0" fill="hold" nodeType="afterEffect">
                                  <p:stCondLst>
                                    <p:cond delay="0"/>
                                  </p:stCondLst>
                                  <p:childTnLst>
                                    <p:set>
                                      <p:cBhvr>
                                        <p:cTn id="21" dur="1" fill="hold">
                                          <p:stCondLst>
                                            <p:cond delay="0"/>
                                          </p:stCondLst>
                                        </p:cTn>
                                        <p:tgtEl>
                                          <p:spTgt spid="732"/>
                                        </p:tgtEl>
                                        <p:attrNameLst>
                                          <p:attrName>style.visibility</p:attrName>
                                        </p:attrNameLst>
                                      </p:cBhvr>
                                      <p:to>
                                        <p:strVal val="visible"/>
                                      </p:to>
                                    </p:set>
                                    <p:animEffect transition="in" filter="fade">
                                      <p:cBhvr>
                                        <p:cTn id="22" dur="1000"/>
                                        <p:tgtEl>
                                          <p:spTgt spid="7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p49"/>
          <p:cNvSpPr txBox="1">
            <a:spLocks noGrp="1"/>
          </p:cNvSpPr>
          <p:nvPr>
            <p:ph type="title"/>
          </p:nvPr>
        </p:nvSpPr>
        <p:spPr>
          <a:xfrm>
            <a:off x="0" y="1511200"/>
            <a:ext cx="3965200" cy="3697200"/>
          </a:xfrm>
          <a:prstGeom prst="rect">
            <a:avLst/>
          </a:prstGeom>
        </p:spPr>
        <p:txBody>
          <a:bodyPr spcFirstLastPara="1" vert="horz" wrap="square" lIns="121900" tIns="121900" rIns="121900" bIns="121900" rtlCol="0" anchor="ctr" anchorCtr="0">
            <a:normAutofit/>
          </a:bodyPr>
          <a:lstStyle/>
          <a:p>
            <a:r>
              <a:rPr lang="en">
                <a:solidFill>
                  <a:srgbClr val="515151"/>
                </a:solidFill>
                <a:latin typeface="Questrial"/>
                <a:ea typeface="Questrial"/>
                <a:cs typeface="Questrial"/>
                <a:sym typeface="Questrial"/>
              </a:rPr>
              <a:t>Pretrained Models &amp; Transfer Learning</a:t>
            </a:r>
            <a:endParaRPr>
              <a:solidFill>
                <a:srgbClr val="515151"/>
              </a:solidFill>
              <a:latin typeface="Questrial"/>
              <a:ea typeface="Questrial"/>
              <a:cs typeface="Questrial"/>
              <a:sym typeface="Questrial"/>
            </a:endParaRPr>
          </a:p>
        </p:txBody>
      </p:sp>
      <p:sp>
        <p:nvSpPr>
          <p:cNvPr id="968" name="Google Shape;968;p49"/>
          <p:cNvSpPr txBox="1"/>
          <p:nvPr/>
        </p:nvSpPr>
        <p:spPr>
          <a:xfrm>
            <a:off x="3376800" y="6427200"/>
            <a:ext cx="8815200" cy="430847"/>
          </a:xfrm>
          <a:prstGeom prst="rect">
            <a:avLst/>
          </a:prstGeom>
          <a:noFill/>
          <a:ln>
            <a:noFill/>
          </a:ln>
        </p:spPr>
        <p:txBody>
          <a:bodyPr spcFirstLastPara="1" wrap="square" lIns="121900" tIns="121900" rIns="121900" bIns="121900" anchor="t" anchorCtr="0">
            <a:spAutoFit/>
          </a:bodyPr>
          <a:lstStyle/>
          <a:p>
            <a:r>
              <a:rPr lang="en" sz="1200">
                <a:solidFill>
                  <a:srgbClr val="888888"/>
                </a:solidFill>
                <a:latin typeface="Questrial"/>
                <a:ea typeface="Questrial"/>
                <a:cs typeface="Questrial"/>
                <a:sym typeface="Questrial"/>
              </a:rPr>
              <a:t>Image:employee-performance.com/blog/how-effective-performance-management-can-increase-companys-success/</a:t>
            </a:r>
            <a:endParaRPr sz="1200">
              <a:solidFill>
                <a:srgbClr val="888888"/>
              </a:solidFill>
              <a:latin typeface="Questrial"/>
              <a:ea typeface="Questrial"/>
              <a:cs typeface="Questrial"/>
              <a:sym typeface="Questrial"/>
            </a:endParaRPr>
          </a:p>
        </p:txBody>
      </p:sp>
      <p:pic>
        <p:nvPicPr>
          <p:cNvPr id="969" name="Google Shape;969;p49"/>
          <p:cNvPicPr preferRelativeResize="0"/>
          <p:nvPr/>
        </p:nvPicPr>
        <p:blipFill>
          <a:blip r:embed="rId3">
            <a:alphaModFix/>
          </a:blip>
          <a:stretch>
            <a:fillRect/>
          </a:stretch>
        </p:blipFill>
        <p:spPr>
          <a:xfrm>
            <a:off x="3714234" y="471167"/>
            <a:ext cx="8324533" cy="577722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3"/>
        <p:cNvGrpSpPr/>
        <p:nvPr/>
      </p:nvGrpSpPr>
      <p:grpSpPr>
        <a:xfrm>
          <a:off x="0" y="0"/>
          <a:ext cx="0" cy="0"/>
          <a:chOff x="0" y="0"/>
          <a:chExt cx="0" cy="0"/>
        </a:xfrm>
      </p:grpSpPr>
      <p:sp>
        <p:nvSpPr>
          <p:cNvPr id="974" name="Google Shape;974;p50"/>
          <p:cNvSpPr/>
          <p:nvPr/>
        </p:nvSpPr>
        <p:spPr>
          <a:xfrm>
            <a:off x="8808000" y="2181333"/>
            <a:ext cx="2346400" cy="4522400"/>
          </a:xfrm>
          <a:prstGeom prst="rect">
            <a:avLst/>
          </a:prstGeom>
          <a:noFill/>
          <a:ln w="19050" cap="flat" cmpd="sng">
            <a:solidFill>
              <a:schemeClr val="dk2"/>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sp>
        <p:nvSpPr>
          <p:cNvPr id="975" name="Google Shape;975;p50"/>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rmAutofit fontScale="90000"/>
          </a:bodyPr>
          <a:lstStyle/>
          <a:p>
            <a:r>
              <a:rPr lang="en"/>
              <a:t>Using Pre-trained Models</a:t>
            </a:r>
            <a:endParaRPr/>
          </a:p>
        </p:txBody>
      </p:sp>
      <p:sp>
        <p:nvSpPr>
          <p:cNvPr id="976" name="Google Shape;976;p50"/>
          <p:cNvSpPr/>
          <p:nvPr/>
        </p:nvSpPr>
        <p:spPr>
          <a:xfrm>
            <a:off x="975000"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77" name="Google Shape;977;p50"/>
          <p:cNvSpPr/>
          <p:nvPr/>
        </p:nvSpPr>
        <p:spPr>
          <a:xfrm>
            <a:off x="1391367"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78" name="Google Shape;978;p50"/>
          <p:cNvSpPr/>
          <p:nvPr/>
        </p:nvSpPr>
        <p:spPr>
          <a:xfrm>
            <a:off x="1807733"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79" name="Google Shape;979;p50"/>
          <p:cNvSpPr/>
          <p:nvPr/>
        </p:nvSpPr>
        <p:spPr>
          <a:xfrm>
            <a:off x="2224100"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80" name="Google Shape;980;p50"/>
          <p:cNvSpPr/>
          <p:nvPr/>
        </p:nvSpPr>
        <p:spPr>
          <a:xfrm>
            <a:off x="2640467"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81" name="Google Shape;981;p50"/>
          <p:cNvSpPr/>
          <p:nvPr/>
        </p:nvSpPr>
        <p:spPr>
          <a:xfrm>
            <a:off x="3056833" y="35367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82" name="Google Shape;982;p50"/>
          <p:cNvSpPr/>
          <p:nvPr/>
        </p:nvSpPr>
        <p:spPr>
          <a:xfrm>
            <a:off x="975000" y="40346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83" name="Google Shape;983;p50"/>
          <p:cNvSpPr/>
          <p:nvPr/>
        </p:nvSpPr>
        <p:spPr>
          <a:xfrm>
            <a:off x="1391367"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84" name="Google Shape;984;p50"/>
          <p:cNvSpPr/>
          <p:nvPr/>
        </p:nvSpPr>
        <p:spPr>
          <a:xfrm>
            <a:off x="1807733"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85" name="Google Shape;985;p50"/>
          <p:cNvSpPr/>
          <p:nvPr/>
        </p:nvSpPr>
        <p:spPr>
          <a:xfrm>
            <a:off x="2224100"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86" name="Google Shape;986;p50"/>
          <p:cNvSpPr/>
          <p:nvPr/>
        </p:nvSpPr>
        <p:spPr>
          <a:xfrm>
            <a:off x="2640467" y="40346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87" name="Google Shape;987;p50"/>
          <p:cNvSpPr/>
          <p:nvPr/>
        </p:nvSpPr>
        <p:spPr>
          <a:xfrm>
            <a:off x="3056833" y="40346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88" name="Google Shape;988;p50"/>
          <p:cNvSpPr/>
          <p:nvPr/>
        </p:nvSpPr>
        <p:spPr>
          <a:xfrm>
            <a:off x="975000"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89" name="Google Shape;989;p50"/>
          <p:cNvSpPr/>
          <p:nvPr/>
        </p:nvSpPr>
        <p:spPr>
          <a:xfrm>
            <a:off x="1391367"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90" name="Google Shape;990;p50"/>
          <p:cNvSpPr/>
          <p:nvPr/>
        </p:nvSpPr>
        <p:spPr>
          <a:xfrm>
            <a:off x="1807733"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91" name="Google Shape;991;p50"/>
          <p:cNvSpPr/>
          <p:nvPr/>
        </p:nvSpPr>
        <p:spPr>
          <a:xfrm>
            <a:off x="2224100" y="45325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92" name="Google Shape;992;p50"/>
          <p:cNvSpPr/>
          <p:nvPr/>
        </p:nvSpPr>
        <p:spPr>
          <a:xfrm>
            <a:off x="2640467"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93" name="Google Shape;993;p50"/>
          <p:cNvSpPr/>
          <p:nvPr/>
        </p:nvSpPr>
        <p:spPr>
          <a:xfrm>
            <a:off x="3056833" y="45325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94" name="Google Shape;994;p50"/>
          <p:cNvSpPr/>
          <p:nvPr/>
        </p:nvSpPr>
        <p:spPr>
          <a:xfrm>
            <a:off x="975000"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95" name="Google Shape;995;p50"/>
          <p:cNvSpPr/>
          <p:nvPr/>
        </p:nvSpPr>
        <p:spPr>
          <a:xfrm>
            <a:off x="1391367"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96" name="Google Shape;996;p50"/>
          <p:cNvSpPr/>
          <p:nvPr/>
        </p:nvSpPr>
        <p:spPr>
          <a:xfrm>
            <a:off x="1807733" y="50304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97" name="Google Shape;997;p50"/>
          <p:cNvSpPr/>
          <p:nvPr/>
        </p:nvSpPr>
        <p:spPr>
          <a:xfrm>
            <a:off x="2224100"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98" name="Google Shape;998;p50"/>
          <p:cNvSpPr/>
          <p:nvPr/>
        </p:nvSpPr>
        <p:spPr>
          <a:xfrm>
            <a:off x="2640467"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999" name="Google Shape;999;p50"/>
          <p:cNvSpPr/>
          <p:nvPr/>
        </p:nvSpPr>
        <p:spPr>
          <a:xfrm>
            <a:off x="3056833" y="50304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00" name="Google Shape;1000;p50"/>
          <p:cNvSpPr/>
          <p:nvPr/>
        </p:nvSpPr>
        <p:spPr>
          <a:xfrm>
            <a:off x="975000"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01" name="Google Shape;1001;p50"/>
          <p:cNvSpPr/>
          <p:nvPr/>
        </p:nvSpPr>
        <p:spPr>
          <a:xfrm>
            <a:off x="1391367" y="5528300"/>
            <a:ext cx="363600" cy="363600"/>
          </a:xfrm>
          <a:prstGeom prst="ellipse">
            <a:avLst/>
          </a:prstGeom>
          <a:solidFill>
            <a:schemeClr val="accent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02" name="Google Shape;1002;p50"/>
          <p:cNvSpPr/>
          <p:nvPr/>
        </p:nvSpPr>
        <p:spPr>
          <a:xfrm>
            <a:off x="1807733"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03" name="Google Shape;1003;p50"/>
          <p:cNvSpPr/>
          <p:nvPr/>
        </p:nvSpPr>
        <p:spPr>
          <a:xfrm>
            <a:off x="2224100"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04" name="Google Shape;1004;p50"/>
          <p:cNvSpPr/>
          <p:nvPr/>
        </p:nvSpPr>
        <p:spPr>
          <a:xfrm>
            <a:off x="2640467"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05" name="Google Shape;1005;p50"/>
          <p:cNvSpPr/>
          <p:nvPr/>
        </p:nvSpPr>
        <p:spPr>
          <a:xfrm>
            <a:off x="3056833" y="5528300"/>
            <a:ext cx="363600" cy="363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06" name="Google Shape;1006;p50"/>
          <p:cNvSpPr txBox="1">
            <a:spLocks noGrp="1"/>
          </p:cNvSpPr>
          <p:nvPr>
            <p:ph type="body" idx="1"/>
          </p:nvPr>
        </p:nvSpPr>
        <p:spPr>
          <a:xfrm>
            <a:off x="415600" y="1418500"/>
            <a:ext cx="8588000" cy="1863200"/>
          </a:xfrm>
          <a:prstGeom prst="rect">
            <a:avLst/>
          </a:prstGeom>
        </p:spPr>
        <p:txBody>
          <a:bodyPr spcFirstLastPara="1" vert="horz" wrap="square" lIns="121900" tIns="121900" rIns="121900" bIns="121900" rtlCol="0" anchor="t" anchorCtr="0">
            <a:normAutofit/>
          </a:bodyPr>
          <a:lstStyle/>
          <a:p>
            <a:pPr indent="-474121">
              <a:lnSpc>
                <a:spcPct val="115000"/>
              </a:lnSpc>
              <a:spcBef>
                <a:spcPts val="853"/>
              </a:spcBef>
              <a:buSzPts val="2000"/>
            </a:pPr>
            <a:r>
              <a:rPr lang="en" sz="2667"/>
              <a:t>Apply knowledge learned from one task to another </a:t>
            </a:r>
            <a:endParaRPr sz="2667"/>
          </a:p>
          <a:p>
            <a:pPr indent="-474121">
              <a:lnSpc>
                <a:spcPct val="115000"/>
              </a:lnSpc>
              <a:buSzPts val="2000"/>
            </a:pPr>
            <a:r>
              <a:rPr lang="en" sz="2667"/>
              <a:t>We need less data to get more accurate results</a:t>
            </a:r>
            <a:endParaRPr sz="2667"/>
          </a:p>
          <a:p>
            <a:pPr indent="-474121">
              <a:lnSpc>
                <a:spcPct val="115000"/>
              </a:lnSpc>
              <a:buSzPts val="2000"/>
            </a:pPr>
            <a:r>
              <a:rPr lang="en" sz="2667"/>
              <a:t>Just focus on last layers</a:t>
            </a:r>
            <a:endParaRPr sz="2667"/>
          </a:p>
        </p:txBody>
      </p:sp>
      <p:grpSp>
        <p:nvGrpSpPr>
          <p:cNvPr id="1007" name="Google Shape;1007;p50"/>
          <p:cNvGrpSpPr/>
          <p:nvPr/>
        </p:nvGrpSpPr>
        <p:grpSpPr>
          <a:xfrm>
            <a:off x="873409" y="3441800"/>
            <a:ext cx="3399559" cy="1549200"/>
            <a:chOff x="655056" y="2581350"/>
            <a:chExt cx="2549669" cy="1161900"/>
          </a:xfrm>
        </p:grpSpPr>
        <p:sp>
          <p:nvSpPr>
            <p:cNvPr id="1008" name="Google Shape;1008;p50"/>
            <p:cNvSpPr/>
            <p:nvPr/>
          </p:nvSpPr>
          <p:spPr>
            <a:xfrm>
              <a:off x="655056" y="2581350"/>
              <a:ext cx="1125000" cy="1161900"/>
            </a:xfrm>
            <a:prstGeom prst="roundRect">
              <a:avLst>
                <a:gd name="adj" fmla="val 16667"/>
              </a:avLst>
            </a:prstGeom>
            <a:noFill/>
            <a:ln w="19050" cap="flat" cmpd="sng">
              <a:solidFill>
                <a:schemeClr val="accent4"/>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1009" name="Google Shape;1009;p50"/>
            <p:cNvGrpSpPr/>
            <p:nvPr/>
          </p:nvGrpSpPr>
          <p:grpSpPr>
            <a:xfrm>
              <a:off x="815273" y="2681207"/>
              <a:ext cx="2389452" cy="799200"/>
              <a:chOff x="793798" y="2081064"/>
              <a:chExt cx="2254200" cy="799200"/>
            </a:xfrm>
          </p:grpSpPr>
          <p:cxnSp>
            <p:nvCxnSpPr>
              <p:cNvPr id="1010" name="Google Shape;1010;p50"/>
              <p:cNvCxnSpPr>
                <a:endCxn id="1011" idx="2"/>
              </p:cNvCxnSpPr>
              <p:nvPr/>
            </p:nvCxnSpPr>
            <p:spPr>
              <a:xfrm>
                <a:off x="793798" y="2122164"/>
                <a:ext cx="2254200" cy="258000"/>
              </a:xfrm>
              <a:prstGeom prst="straightConnector1">
                <a:avLst/>
              </a:prstGeom>
              <a:noFill/>
              <a:ln w="9525" cap="flat" cmpd="sng">
                <a:solidFill>
                  <a:schemeClr val="accent4"/>
                </a:solidFill>
                <a:prstDash val="solid"/>
                <a:round/>
                <a:headEnd type="none" w="med" len="med"/>
                <a:tailEnd type="triangle" w="med" len="med"/>
              </a:ln>
            </p:spPr>
          </p:cxnSp>
          <p:cxnSp>
            <p:nvCxnSpPr>
              <p:cNvPr id="1012" name="Google Shape;1012;p50"/>
              <p:cNvCxnSpPr>
                <a:endCxn id="1011" idx="2"/>
              </p:cNvCxnSpPr>
              <p:nvPr/>
            </p:nvCxnSpPr>
            <p:spPr>
              <a:xfrm>
                <a:off x="1124698" y="2097264"/>
                <a:ext cx="1923300" cy="282900"/>
              </a:xfrm>
              <a:prstGeom prst="straightConnector1">
                <a:avLst/>
              </a:prstGeom>
              <a:noFill/>
              <a:ln w="9525" cap="flat" cmpd="sng">
                <a:solidFill>
                  <a:schemeClr val="accent4"/>
                </a:solidFill>
                <a:prstDash val="solid"/>
                <a:round/>
                <a:headEnd type="none" w="med" len="med"/>
                <a:tailEnd type="triangle" w="med" len="med"/>
              </a:ln>
            </p:spPr>
          </p:cxnSp>
          <p:cxnSp>
            <p:nvCxnSpPr>
              <p:cNvPr id="1013" name="Google Shape;1013;p50"/>
              <p:cNvCxnSpPr>
                <a:endCxn id="1011" idx="2"/>
              </p:cNvCxnSpPr>
              <p:nvPr/>
            </p:nvCxnSpPr>
            <p:spPr>
              <a:xfrm>
                <a:off x="1504498" y="2081064"/>
                <a:ext cx="1543500" cy="299100"/>
              </a:xfrm>
              <a:prstGeom prst="straightConnector1">
                <a:avLst/>
              </a:prstGeom>
              <a:noFill/>
              <a:ln w="9525" cap="flat" cmpd="sng">
                <a:solidFill>
                  <a:schemeClr val="accent4"/>
                </a:solidFill>
                <a:prstDash val="solid"/>
                <a:round/>
                <a:headEnd type="none" w="med" len="med"/>
                <a:tailEnd type="triangle" w="med" len="med"/>
              </a:ln>
            </p:spPr>
          </p:cxnSp>
          <p:cxnSp>
            <p:nvCxnSpPr>
              <p:cNvPr id="1014" name="Google Shape;1014;p50"/>
              <p:cNvCxnSpPr>
                <a:endCxn id="1011" idx="2"/>
              </p:cNvCxnSpPr>
              <p:nvPr/>
            </p:nvCxnSpPr>
            <p:spPr>
              <a:xfrm rot="10800000" flipH="1">
                <a:off x="869998" y="2380164"/>
                <a:ext cx="2178000" cy="123000"/>
              </a:xfrm>
              <a:prstGeom prst="straightConnector1">
                <a:avLst/>
              </a:prstGeom>
              <a:noFill/>
              <a:ln w="9525" cap="flat" cmpd="sng">
                <a:solidFill>
                  <a:schemeClr val="accent4"/>
                </a:solidFill>
                <a:prstDash val="solid"/>
                <a:round/>
                <a:headEnd type="none" w="med" len="med"/>
                <a:tailEnd type="triangle" w="med" len="med"/>
              </a:ln>
            </p:spPr>
          </p:cxnSp>
          <p:cxnSp>
            <p:nvCxnSpPr>
              <p:cNvPr id="1015" name="Google Shape;1015;p50"/>
              <p:cNvCxnSpPr>
                <a:endCxn id="1011" idx="2"/>
              </p:cNvCxnSpPr>
              <p:nvPr/>
            </p:nvCxnSpPr>
            <p:spPr>
              <a:xfrm rot="10800000" flipH="1">
                <a:off x="1186798" y="2380164"/>
                <a:ext cx="1861200" cy="159600"/>
              </a:xfrm>
              <a:prstGeom prst="straightConnector1">
                <a:avLst/>
              </a:prstGeom>
              <a:noFill/>
              <a:ln w="9525" cap="flat" cmpd="sng">
                <a:solidFill>
                  <a:schemeClr val="accent4"/>
                </a:solidFill>
                <a:prstDash val="solid"/>
                <a:round/>
                <a:headEnd type="none" w="med" len="med"/>
                <a:tailEnd type="triangle" w="med" len="med"/>
              </a:ln>
            </p:spPr>
          </p:cxnSp>
          <p:cxnSp>
            <p:nvCxnSpPr>
              <p:cNvPr id="1016" name="Google Shape;1016;p50"/>
              <p:cNvCxnSpPr>
                <a:endCxn id="1011" idx="2"/>
              </p:cNvCxnSpPr>
              <p:nvPr/>
            </p:nvCxnSpPr>
            <p:spPr>
              <a:xfrm rot="10800000" flipH="1">
                <a:off x="1505998" y="2380164"/>
                <a:ext cx="1542000" cy="195300"/>
              </a:xfrm>
              <a:prstGeom prst="straightConnector1">
                <a:avLst/>
              </a:prstGeom>
              <a:noFill/>
              <a:ln w="9525" cap="flat" cmpd="sng">
                <a:solidFill>
                  <a:schemeClr val="accent4"/>
                </a:solidFill>
                <a:prstDash val="solid"/>
                <a:round/>
                <a:headEnd type="none" w="med" len="med"/>
                <a:tailEnd type="triangle" w="med" len="med"/>
              </a:ln>
            </p:spPr>
          </p:cxnSp>
          <p:cxnSp>
            <p:nvCxnSpPr>
              <p:cNvPr id="1017" name="Google Shape;1017;p50"/>
              <p:cNvCxnSpPr>
                <a:endCxn id="1011" idx="2"/>
              </p:cNvCxnSpPr>
              <p:nvPr/>
            </p:nvCxnSpPr>
            <p:spPr>
              <a:xfrm rot="10800000" flipH="1">
                <a:off x="869998" y="2380164"/>
                <a:ext cx="2178000" cy="477300"/>
              </a:xfrm>
              <a:prstGeom prst="straightConnector1">
                <a:avLst/>
              </a:prstGeom>
              <a:noFill/>
              <a:ln w="9525" cap="flat" cmpd="sng">
                <a:solidFill>
                  <a:schemeClr val="accent4"/>
                </a:solidFill>
                <a:prstDash val="solid"/>
                <a:round/>
                <a:headEnd type="none" w="med" len="med"/>
                <a:tailEnd type="triangle" w="med" len="med"/>
              </a:ln>
            </p:spPr>
          </p:cxnSp>
          <p:cxnSp>
            <p:nvCxnSpPr>
              <p:cNvPr id="1018" name="Google Shape;1018;p50"/>
              <p:cNvCxnSpPr>
                <a:endCxn id="1011" idx="2"/>
              </p:cNvCxnSpPr>
              <p:nvPr/>
            </p:nvCxnSpPr>
            <p:spPr>
              <a:xfrm rot="10800000" flipH="1">
                <a:off x="1110598" y="2380164"/>
                <a:ext cx="1937400" cy="464400"/>
              </a:xfrm>
              <a:prstGeom prst="straightConnector1">
                <a:avLst/>
              </a:prstGeom>
              <a:noFill/>
              <a:ln w="9525" cap="flat" cmpd="sng">
                <a:solidFill>
                  <a:schemeClr val="accent4"/>
                </a:solidFill>
                <a:prstDash val="solid"/>
                <a:round/>
                <a:headEnd type="none" w="med" len="med"/>
                <a:tailEnd type="triangle" w="med" len="med"/>
              </a:ln>
            </p:spPr>
          </p:cxnSp>
          <p:cxnSp>
            <p:nvCxnSpPr>
              <p:cNvPr id="1019" name="Google Shape;1019;p50"/>
              <p:cNvCxnSpPr>
                <a:endCxn id="1011" idx="2"/>
              </p:cNvCxnSpPr>
              <p:nvPr/>
            </p:nvCxnSpPr>
            <p:spPr>
              <a:xfrm rot="10800000" flipH="1">
                <a:off x="1505998" y="2380164"/>
                <a:ext cx="1542000" cy="500100"/>
              </a:xfrm>
              <a:prstGeom prst="straightConnector1">
                <a:avLst/>
              </a:prstGeom>
              <a:noFill/>
              <a:ln w="9525" cap="flat" cmpd="sng">
                <a:solidFill>
                  <a:schemeClr val="accent4"/>
                </a:solidFill>
                <a:prstDash val="solid"/>
                <a:round/>
                <a:headEnd type="none" w="med" len="med"/>
                <a:tailEnd type="triangle" w="med" len="med"/>
              </a:ln>
            </p:spPr>
          </p:cxnSp>
        </p:grpSp>
      </p:grpSp>
      <p:grpSp>
        <p:nvGrpSpPr>
          <p:cNvPr id="1020" name="Google Shape;1020;p50"/>
          <p:cNvGrpSpPr/>
          <p:nvPr/>
        </p:nvGrpSpPr>
        <p:grpSpPr>
          <a:xfrm>
            <a:off x="3883433" y="3387700"/>
            <a:ext cx="4651467" cy="2504200"/>
            <a:chOff x="2912575" y="2540775"/>
            <a:chExt cx="3488600" cy="1878150"/>
          </a:xfrm>
        </p:grpSpPr>
        <p:sp>
          <p:nvSpPr>
            <p:cNvPr id="1021" name="Google Shape;1021;p50"/>
            <p:cNvSpPr/>
            <p:nvPr/>
          </p:nvSpPr>
          <p:spPr>
            <a:xfrm>
              <a:off x="5180675" y="2813425"/>
              <a:ext cx="929700" cy="858600"/>
            </a:xfrm>
            <a:prstGeom prst="rect">
              <a:avLst/>
            </a:prstGeom>
            <a:solidFill>
              <a:srgbClr val="F7EAE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nvGrpSpPr>
            <p:cNvPr id="1022" name="Google Shape;1022;p50"/>
            <p:cNvGrpSpPr/>
            <p:nvPr/>
          </p:nvGrpSpPr>
          <p:grpSpPr>
            <a:xfrm>
              <a:off x="2912575" y="2540775"/>
              <a:ext cx="1659300" cy="1611300"/>
              <a:chOff x="2912575" y="2540775"/>
              <a:chExt cx="1659300" cy="1611300"/>
            </a:xfrm>
          </p:grpSpPr>
          <p:sp>
            <p:nvSpPr>
              <p:cNvPr id="1023" name="Google Shape;1023;p50"/>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24" name="Google Shape;1024;p50"/>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25" name="Google Shape;1025;p50"/>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26" name="Google Shape;1026;p50"/>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27" name="Google Shape;1027;p50"/>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28" name="Google Shape;1028;p50"/>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29" name="Google Shape;1029;p50"/>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30" name="Google Shape;1030;p50"/>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31" name="Google Shape;1031;p50"/>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32" name="Google Shape;1032;p50"/>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33" name="Google Shape;1033;p50"/>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34" name="Google Shape;1034;p50"/>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35" name="Google Shape;1035;p50"/>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36" name="Google Shape;1036;p50"/>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37" name="Google Shape;1037;p50"/>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38" name="Google Shape;1038;p50"/>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39" name="Google Shape;1039;p50"/>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1040" name="Google Shape;1040;p50"/>
            <p:cNvGrpSpPr/>
            <p:nvPr/>
          </p:nvGrpSpPr>
          <p:grpSpPr>
            <a:xfrm>
              <a:off x="3064975" y="2693175"/>
              <a:ext cx="1659300" cy="1611300"/>
              <a:chOff x="2912575" y="2540775"/>
              <a:chExt cx="1659300" cy="1611300"/>
            </a:xfrm>
          </p:grpSpPr>
          <p:sp>
            <p:nvSpPr>
              <p:cNvPr id="1041" name="Google Shape;1041;p50"/>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11" name="Google Shape;1011;p50"/>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42" name="Google Shape;1042;p50"/>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43" name="Google Shape;1043;p50"/>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44" name="Google Shape;1044;p50"/>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45" name="Google Shape;1045;p50"/>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46" name="Google Shape;1046;p50"/>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47" name="Google Shape;1047;p50"/>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48" name="Google Shape;1048;p50"/>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49" name="Google Shape;1049;p50"/>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50" name="Google Shape;1050;p50"/>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51" name="Google Shape;1051;p50"/>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52" name="Google Shape;1052;p50"/>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53" name="Google Shape;1053;p50"/>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54" name="Google Shape;1054;p50"/>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55" name="Google Shape;1055;p50"/>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56" name="Google Shape;1056;p50"/>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1057" name="Google Shape;1057;p50"/>
            <p:cNvGrpSpPr/>
            <p:nvPr/>
          </p:nvGrpSpPr>
          <p:grpSpPr>
            <a:xfrm>
              <a:off x="3229450" y="2807625"/>
              <a:ext cx="1659300" cy="1611300"/>
              <a:chOff x="2912575" y="2540775"/>
              <a:chExt cx="1659300" cy="1611300"/>
            </a:xfrm>
          </p:grpSpPr>
          <p:sp>
            <p:nvSpPr>
              <p:cNvPr id="1058" name="Google Shape;1058;p50"/>
              <p:cNvSpPr/>
              <p:nvPr/>
            </p:nvSpPr>
            <p:spPr>
              <a:xfrm>
                <a:off x="2912575" y="2540775"/>
                <a:ext cx="1659300" cy="1611300"/>
              </a:xfrm>
              <a:prstGeom prst="rect">
                <a:avLst/>
              </a:prstGeom>
              <a:solidFill>
                <a:srgbClr val="FFF7E1"/>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59" name="Google Shape;1059;p50"/>
              <p:cNvSpPr/>
              <p:nvPr/>
            </p:nvSpPr>
            <p:spPr>
              <a:xfrm>
                <a:off x="3052325" y="269155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60" name="Google Shape;1060;p50"/>
              <p:cNvSpPr/>
              <p:nvPr/>
            </p:nvSpPr>
            <p:spPr>
              <a:xfrm>
                <a:off x="3419975" y="2668982"/>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61" name="Google Shape;1061;p50"/>
              <p:cNvSpPr/>
              <p:nvPr/>
            </p:nvSpPr>
            <p:spPr>
              <a:xfrm>
                <a:off x="4122288" y="26525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62" name="Google Shape;1062;p50"/>
              <p:cNvSpPr/>
              <p:nvPr/>
            </p:nvSpPr>
            <p:spPr>
              <a:xfrm>
                <a:off x="4119118"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63" name="Google Shape;1063;p50"/>
              <p:cNvSpPr/>
              <p:nvPr/>
            </p:nvSpPr>
            <p:spPr>
              <a:xfrm>
                <a:off x="3787694" y="3038337"/>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64" name="Google Shape;1064;p50"/>
              <p:cNvSpPr/>
              <p:nvPr/>
            </p:nvSpPr>
            <p:spPr>
              <a:xfrm>
                <a:off x="3433318"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65" name="Google Shape;1065;p50"/>
              <p:cNvSpPr/>
              <p:nvPr/>
            </p:nvSpPr>
            <p:spPr>
              <a:xfrm>
                <a:off x="3040161" y="303831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66" name="Google Shape;1066;p50"/>
              <p:cNvSpPr/>
              <p:nvPr/>
            </p:nvSpPr>
            <p:spPr>
              <a:xfrm>
                <a:off x="3040161"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67" name="Google Shape;1067;p50"/>
              <p:cNvSpPr/>
              <p:nvPr/>
            </p:nvSpPr>
            <p:spPr>
              <a:xfrm>
                <a:off x="30523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68" name="Google Shape;1068;p50"/>
              <p:cNvSpPr/>
              <p:nvPr/>
            </p:nvSpPr>
            <p:spPr>
              <a:xfrm>
                <a:off x="3433318"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69" name="Google Shape;1069;p50"/>
              <p:cNvSpPr/>
              <p:nvPr/>
            </p:nvSpPr>
            <p:spPr>
              <a:xfrm>
                <a:off x="377686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70" name="Google Shape;1070;p50"/>
              <p:cNvSpPr/>
              <p:nvPr/>
            </p:nvSpPr>
            <p:spPr>
              <a:xfrm>
                <a:off x="4111386" y="3385093"/>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71" name="Google Shape;1071;p50"/>
              <p:cNvSpPr/>
              <p:nvPr/>
            </p:nvSpPr>
            <p:spPr>
              <a:xfrm>
                <a:off x="3787618" y="2652525"/>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72" name="Google Shape;1072;p50"/>
              <p:cNvSpPr/>
              <p:nvPr/>
            </p:nvSpPr>
            <p:spPr>
              <a:xfrm>
                <a:off x="341996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73" name="Google Shape;1073;p50"/>
              <p:cNvSpPr/>
              <p:nvPr/>
            </p:nvSpPr>
            <p:spPr>
              <a:xfrm>
                <a:off x="3787618"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74" name="Google Shape;1074;p50"/>
              <p:cNvSpPr/>
              <p:nvPr/>
            </p:nvSpPr>
            <p:spPr>
              <a:xfrm>
                <a:off x="4108950" y="3731868"/>
                <a:ext cx="272700" cy="272700"/>
              </a:xfrm>
              <a:prstGeom prst="ellipse">
                <a:avLst/>
              </a:prstGeom>
              <a:solidFill>
                <a:srgbClr val="F0F6FC"/>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
          <p:nvSpPr>
            <p:cNvPr id="1075" name="Google Shape;1075;p50"/>
            <p:cNvSpPr/>
            <p:nvPr/>
          </p:nvSpPr>
          <p:spPr>
            <a:xfrm>
              <a:off x="5319063" y="292523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76" name="Google Shape;1076;p50"/>
            <p:cNvSpPr/>
            <p:nvPr/>
          </p:nvSpPr>
          <p:spPr>
            <a:xfrm>
              <a:off x="3315150" y="2900050"/>
              <a:ext cx="733800" cy="719100"/>
            </a:xfrm>
            <a:prstGeom prst="roundRect">
              <a:avLst>
                <a:gd name="adj" fmla="val 16667"/>
              </a:avLst>
            </a:prstGeom>
            <a:noFill/>
            <a:ln w="19050" cap="flat" cmpd="sng">
              <a:solidFill>
                <a:schemeClr val="accent5"/>
              </a:solidFill>
              <a:prstDash val="dash"/>
              <a:round/>
              <a:headEnd type="none" w="sm" len="sm"/>
              <a:tailEnd type="none" w="sm" len="sm"/>
            </a:ln>
          </p:spPr>
          <p:txBody>
            <a:bodyPr spcFirstLastPara="1" wrap="square" lIns="121900" tIns="121900" rIns="121900" bIns="121900" anchor="ctr" anchorCtr="0">
              <a:noAutofit/>
            </a:bodyPr>
            <a:lstStyle/>
            <a:p>
              <a:endParaRPr sz="2400"/>
            </a:p>
          </p:txBody>
        </p:sp>
        <p:grpSp>
          <p:nvGrpSpPr>
            <p:cNvPr id="1077" name="Google Shape;1077;p50"/>
            <p:cNvGrpSpPr/>
            <p:nvPr/>
          </p:nvGrpSpPr>
          <p:grpSpPr>
            <a:xfrm>
              <a:off x="3443763" y="3061587"/>
              <a:ext cx="1875300" cy="386100"/>
              <a:chOff x="3443763" y="3061587"/>
              <a:chExt cx="1875300" cy="386100"/>
            </a:xfrm>
          </p:grpSpPr>
          <p:cxnSp>
            <p:nvCxnSpPr>
              <p:cNvPr id="1078" name="Google Shape;1078;p50"/>
              <p:cNvCxnSpPr>
                <a:endCxn id="1075" idx="2"/>
              </p:cNvCxnSpPr>
              <p:nvPr/>
            </p:nvCxnSpPr>
            <p:spPr>
              <a:xfrm rot="10800000" flipH="1">
                <a:off x="3443763" y="3061587"/>
                <a:ext cx="1875300" cy="48300"/>
              </a:xfrm>
              <a:prstGeom prst="straightConnector1">
                <a:avLst/>
              </a:prstGeom>
              <a:noFill/>
              <a:ln w="9525" cap="flat" cmpd="sng">
                <a:solidFill>
                  <a:srgbClr val="93C47D"/>
                </a:solidFill>
                <a:prstDash val="solid"/>
                <a:round/>
                <a:headEnd type="none" w="med" len="med"/>
                <a:tailEnd type="triangle" w="med" len="med"/>
              </a:ln>
            </p:spPr>
          </p:cxnSp>
          <p:cxnSp>
            <p:nvCxnSpPr>
              <p:cNvPr id="1079" name="Google Shape;1079;p50"/>
              <p:cNvCxnSpPr>
                <a:endCxn id="1075" idx="2"/>
              </p:cNvCxnSpPr>
              <p:nvPr/>
            </p:nvCxnSpPr>
            <p:spPr>
              <a:xfrm rot="10800000" flipH="1">
                <a:off x="3443763" y="3061587"/>
                <a:ext cx="1875300" cy="386100"/>
              </a:xfrm>
              <a:prstGeom prst="straightConnector1">
                <a:avLst/>
              </a:prstGeom>
              <a:noFill/>
              <a:ln w="9525" cap="flat" cmpd="sng">
                <a:solidFill>
                  <a:srgbClr val="93C47D"/>
                </a:solidFill>
                <a:prstDash val="solid"/>
                <a:round/>
                <a:headEnd type="none" w="med" len="med"/>
                <a:tailEnd type="triangle" w="med" len="med"/>
              </a:ln>
            </p:spPr>
          </p:cxnSp>
          <p:cxnSp>
            <p:nvCxnSpPr>
              <p:cNvPr id="1080" name="Google Shape;1080;p50"/>
              <p:cNvCxnSpPr>
                <a:endCxn id="1075" idx="2"/>
              </p:cNvCxnSpPr>
              <p:nvPr/>
            </p:nvCxnSpPr>
            <p:spPr>
              <a:xfrm rot="10800000" flipH="1">
                <a:off x="3853863" y="3061587"/>
                <a:ext cx="1465200" cy="48300"/>
              </a:xfrm>
              <a:prstGeom prst="straightConnector1">
                <a:avLst/>
              </a:prstGeom>
              <a:noFill/>
              <a:ln w="9525" cap="flat" cmpd="sng">
                <a:solidFill>
                  <a:srgbClr val="93C47D"/>
                </a:solidFill>
                <a:prstDash val="solid"/>
                <a:round/>
                <a:headEnd type="none" w="med" len="med"/>
                <a:tailEnd type="triangle" w="med" len="med"/>
              </a:ln>
            </p:spPr>
          </p:cxnSp>
          <p:cxnSp>
            <p:nvCxnSpPr>
              <p:cNvPr id="1081" name="Google Shape;1081;p50"/>
              <p:cNvCxnSpPr>
                <a:endCxn id="1075" idx="2"/>
              </p:cNvCxnSpPr>
              <p:nvPr/>
            </p:nvCxnSpPr>
            <p:spPr>
              <a:xfrm rot="10800000" flipH="1">
                <a:off x="3853863" y="3061587"/>
                <a:ext cx="1465200" cy="386100"/>
              </a:xfrm>
              <a:prstGeom prst="straightConnector1">
                <a:avLst/>
              </a:prstGeom>
              <a:noFill/>
              <a:ln w="9525" cap="flat" cmpd="sng">
                <a:solidFill>
                  <a:srgbClr val="93C47D"/>
                </a:solidFill>
                <a:prstDash val="solid"/>
                <a:round/>
                <a:headEnd type="none" w="med" len="med"/>
                <a:tailEnd type="triangle" w="med" len="med"/>
              </a:ln>
            </p:spPr>
          </p:cxnSp>
        </p:grpSp>
        <p:sp>
          <p:nvSpPr>
            <p:cNvPr id="1082" name="Google Shape;1082;p50"/>
            <p:cNvSpPr/>
            <p:nvPr/>
          </p:nvSpPr>
          <p:spPr>
            <a:xfrm>
              <a:off x="5735588" y="290528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83" name="Google Shape;1083;p50"/>
            <p:cNvSpPr/>
            <p:nvPr/>
          </p:nvSpPr>
          <p:spPr>
            <a:xfrm>
              <a:off x="5319063" y="32986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84" name="Google Shape;1084;p50"/>
            <p:cNvSpPr/>
            <p:nvPr/>
          </p:nvSpPr>
          <p:spPr>
            <a:xfrm>
              <a:off x="5735588" y="32986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nvGrpSpPr>
            <p:cNvPr id="1085" name="Google Shape;1085;p50"/>
            <p:cNvGrpSpPr/>
            <p:nvPr/>
          </p:nvGrpSpPr>
          <p:grpSpPr>
            <a:xfrm>
              <a:off x="5319075" y="2917125"/>
              <a:ext cx="929700" cy="858600"/>
              <a:chOff x="5333075" y="3118225"/>
              <a:chExt cx="929700" cy="858600"/>
            </a:xfrm>
          </p:grpSpPr>
          <p:sp>
            <p:nvSpPr>
              <p:cNvPr id="1086" name="Google Shape;1086;p50"/>
              <p:cNvSpPr/>
              <p:nvPr/>
            </p:nvSpPr>
            <p:spPr>
              <a:xfrm>
                <a:off x="5333075" y="3118225"/>
                <a:ext cx="929700" cy="858600"/>
              </a:xfrm>
              <a:prstGeom prst="rect">
                <a:avLst/>
              </a:prstGeom>
              <a:solidFill>
                <a:srgbClr val="F7EAE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87" name="Google Shape;1087;p50"/>
              <p:cNvSpPr/>
              <p:nvPr/>
            </p:nvSpPr>
            <p:spPr>
              <a:xfrm>
                <a:off x="5471463" y="323003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88" name="Google Shape;1088;p50"/>
              <p:cNvSpPr/>
              <p:nvPr/>
            </p:nvSpPr>
            <p:spPr>
              <a:xfrm>
                <a:off x="5887988" y="321008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89" name="Google Shape;1089;p50"/>
              <p:cNvSpPr/>
              <p:nvPr/>
            </p:nvSpPr>
            <p:spPr>
              <a:xfrm>
                <a:off x="5471463"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90" name="Google Shape;1090;p50"/>
              <p:cNvSpPr/>
              <p:nvPr/>
            </p:nvSpPr>
            <p:spPr>
              <a:xfrm>
                <a:off x="5887988"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nvGrpSpPr>
            <p:cNvPr id="1091" name="Google Shape;1091;p50"/>
            <p:cNvGrpSpPr/>
            <p:nvPr/>
          </p:nvGrpSpPr>
          <p:grpSpPr>
            <a:xfrm>
              <a:off x="5471475" y="3069525"/>
              <a:ext cx="929700" cy="858600"/>
              <a:chOff x="5333075" y="3118225"/>
              <a:chExt cx="929700" cy="858600"/>
            </a:xfrm>
          </p:grpSpPr>
          <p:sp>
            <p:nvSpPr>
              <p:cNvPr id="1092" name="Google Shape;1092;p50"/>
              <p:cNvSpPr/>
              <p:nvPr/>
            </p:nvSpPr>
            <p:spPr>
              <a:xfrm>
                <a:off x="5333075" y="3118225"/>
                <a:ext cx="929700" cy="858600"/>
              </a:xfrm>
              <a:prstGeom prst="rect">
                <a:avLst/>
              </a:prstGeom>
              <a:solidFill>
                <a:srgbClr val="F7EAEA"/>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93" name="Google Shape;1093;p50"/>
              <p:cNvSpPr/>
              <p:nvPr/>
            </p:nvSpPr>
            <p:spPr>
              <a:xfrm>
                <a:off x="5471463" y="323003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94" name="Google Shape;1094;p50"/>
              <p:cNvSpPr/>
              <p:nvPr/>
            </p:nvSpPr>
            <p:spPr>
              <a:xfrm>
                <a:off x="5887988" y="3210087"/>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95" name="Google Shape;1095;p50"/>
              <p:cNvSpPr/>
              <p:nvPr/>
            </p:nvSpPr>
            <p:spPr>
              <a:xfrm>
                <a:off x="5471463"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096" name="Google Shape;1096;p50"/>
              <p:cNvSpPr/>
              <p:nvPr/>
            </p:nvSpPr>
            <p:spPr>
              <a:xfrm>
                <a:off x="5887988" y="3603462"/>
                <a:ext cx="272700" cy="272700"/>
              </a:xfrm>
              <a:prstGeom prst="ellipse">
                <a:avLst/>
              </a:prstGeom>
              <a:solidFill>
                <a:srgbClr val="B6D7A8"/>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grpSp>
      <p:sp>
        <p:nvSpPr>
          <p:cNvPr id="1097" name="Google Shape;1097;p50"/>
          <p:cNvSpPr txBox="1"/>
          <p:nvPr/>
        </p:nvSpPr>
        <p:spPr>
          <a:xfrm>
            <a:off x="1025233" y="6147401"/>
            <a:ext cx="21980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666666"/>
                </a:solidFill>
                <a:latin typeface="Questrial"/>
                <a:ea typeface="Questrial"/>
                <a:cs typeface="Questrial"/>
                <a:sym typeface="Questrial"/>
              </a:rPr>
              <a:t>Input Layer</a:t>
            </a:r>
            <a:endParaRPr sz="2133">
              <a:solidFill>
                <a:srgbClr val="666666"/>
              </a:solidFill>
              <a:latin typeface="Questrial"/>
              <a:ea typeface="Questrial"/>
              <a:cs typeface="Questrial"/>
              <a:sym typeface="Questrial"/>
            </a:endParaRPr>
          </a:p>
        </p:txBody>
      </p:sp>
      <p:grpSp>
        <p:nvGrpSpPr>
          <p:cNvPr id="1098" name="Google Shape;1098;p50"/>
          <p:cNvGrpSpPr/>
          <p:nvPr/>
        </p:nvGrpSpPr>
        <p:grpSpPr>
          <a:xfrm>
            <a:off x="9105571" y="2534117"/>
            <a:ext cx="294916" cy="3946975"/>
            <a:chOff x="6897650" y="1429875"/>
            <a:chExt cx="272700" cy="3649650"/>
          </a:xfrm>
        </p:grpSpPr>
        <p:sp>
          <p:nvSpPr>
            <p:cNvPr id="1099" name="Google Shape;1099;p50"/>
            <p:cNvSpPr/>
            <p:nvPr/>
          </p:nvSpPr>
          <p:spPr>
            <a:xfrm>
              <a:off x="6897650" y="26490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00" name="Google Shape;1100;p50"/>
            <p:cNvSpPr/>
            <p:nvPr/>
          </p:nvSpPr>
          <p:spPr>
            <a:xfrm>
              <a:off x="6897650" y="295732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01" name="Google Shape;1101;p50"/>
            <p:cNvSpPr/>
            <p:nvPr/>
          </p:nvSpPr>
          <p:spPr>
            <a:xfrm>
              <a:off x="6897650" y="32655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02" name="Google Shape;1102;p50"/>
            <p:cNvSpPr/>
            <p:nvPr/>
          </p:nvSpPr>
          <p:spPr>
            <a:xfrm>
              <a:off x="6897650" y="357382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03" name="Google Shape;1103;p50"/>
            <p:cNvSpPr/>
            <p:nvPr/>
          </p:nvSpPr>
          <p:spPr>
            <a:xfrm>
              <a:off x="6897650" y="38820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04" name="Google Shape;1104;p50"/>
            <p:cNvSpPr/>
            <p:nvPr/>
          </p:nvSpPr>
          <p:spPr>
            <a:xfrm>
              <a:off x="6897650" y="419032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05" name="Google Shape;1105;p50"/>
            <p:cNvSpPr/>
            <p:nvPr/>
          </p:nvSpPr>
          <p:spPr>
            <a:xfrm>
              <a:off x="6897650" y="173122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06" name="Google Shape;1106;p50"/>
            <p:cNvSpPr/>
            <p:nvPr/>
          </p:nvSpPr>
          <p:spPr>
            <a:xfrm>
              <a:off x="6897650" y="44985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07" name="Google Shape;1107;p50"/>
            <p:cNvSpPr/>
            <p:nvPr/>
          </p:nvSpPr>
          <p:spPr>
            <a:xfrm>
              <a:off x="6897650" y="480682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08" name="Google Shape;1108;p50"/>
            <p:cNvSpPr/>
            <p:nvPr/>
          </p:nvSpPr>
          <p:spPr>
            <a:xfrm>
              <a:off x="6897650" y="23442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09" name="Google Shape;1109;p50"/>
            <p:cNvSpPr/>
            <p:nvPr/>
          </p:nvSpPr>
          <p:spPr>
            <a:xfrm>
              <a:off x="6897650" y="20394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1110" name="Google Shape;1110;p50"/>
            <p:cNvSpPr/>
            <p:nvPr/>
          </p:nvSpPr>
          <p:spPr>
            <a:xfrm>
              <a:off x="6897650" y="1429875"/>
              <a:ext cx="272700" cy="272700"/>
            </a:xfrm>
            <a:prstGeom prst="ellipse">
              <a:avLst/>
            </a:prstGeom>
            <a:solidFill>
              <a:srgbClr val="CC4125"/>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cxnSp>
        <p:nvCxnSpPr>
          <p:cNvPr id="1111" name="Google Shape;1111;p50"/>
          <p:cNvCxnSpPr>
            <a:stCxn id="1092" idx="3"/>
            <a:endCxn id="1101" idx="2"/>
          </p:cNvCxnSpPr>
          <p:nvPr/>
        </p:nvCxnSpPr>
        <p:spPr>
          <a:xfrm>
            <a:off x="8534900" y="4665100"/>
            <a:ext cx="570800" cy="1600"/>
          </a:xfrm>
          <a:prstGeom prst="straightConnector1">
            <a:avLst/>
          </a:prstGeom>
          <a:noFill/>
          <a:ln w="9525" cap="flat" cmpd="sng">
            <a:solidFill>
              <a:schemeClr val="dk2"/>
            </a:solidFill>
            <a:prstDash val="solid"/>
            <a:round/>
            <a:headEnd type="none" w="med" len="med"/>
            <a:tailEnd type="triangle" w="med" len="med"/>
          </a:ln>
        </p:spPr>
      </p:cxnSp>
      <p:grpSp>
        <p:nvGrpSpPr>
          <p:cNvPr id="1112" name="Google Shape;1112;p50"/>
          <p:cNvGrpSpPr/>
          <p:nvPr/>
        </p:nvGrpSpPr>
        <p:grpSpPr>
          <a:xfrm>
            <a:off x="10550084" y="2746934"/>
            <a:ext cx="394283" cy="3396880"/>
            <a:chOff x="7455363" y="2060200"/>
            <a:chExt cx="295712" cy="2547660"/>
          </a:xfrm>
        </p:grpSpPr>
        <p:grpSp>
          <p:nvGrpSpPr>
            <p:cNvPr id="1113" name="Google Shape;1113;p50"/>
            <p:cNvGrpSpPr/>
            <p:nvPr/>
          </p:nvGrpSpPr>
          <p:grpSpPr>
            <a:xfrm>
              <a:off x="7455363" y="2060200"/>
              <a:ext cx="272712" cy="461635"/>
              <a:chOff x="7455363" y="2060200"/>
              <a:chExt cx="272712" cy="461635"/>
            </a:xfrm>
          </p:grpSpPr>
          <p:sp>
            <p:nvSpPr>
              <p:cNvPr id="1114" name="Google Shape;1114;p50"/>
              <p:cNvSpPr/>
              <p:nvPr/>
            </p:nvSpPr>
            <p:spPr>
              <a:xfrm>
                <a:off x="7455363" y="2123962"/>
                <a:ext cx="272700" cy="2727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Questrial"/>
                  <a:ea typeface="Questrial"/>
                  <a:cs typeface="Questrial"/>
                  <a:sym typeface="Questrial"/>
                </a:endParaRPr>
              </a:p>
            </p:txBody>
          </p:sp>
          <p:sp>
            <p:nvSpPr>
              <p:cNvPr id="1115" name="Google Shape;1115;p50"/>
              <p:cNvSpPr txBox="1"/>
              <p:nvPr/>
            </p:nvSpPr>
            <p:spPr>
              <a:xfrm>
                <a:off x="7455375" y="2060200"/>
                <a:ext cx="272700" cy="461635"/>
              </a:xfrm>
              <a:prstGeom prst="rect">
                <a:avLst/>
              </a:prstGeom>
              <a:noFill/>
              <a:ln>
                <a:noFill/>
              </a:ln>
            </p:spPr>
            <p:txBody>
              <a:bodyPr spcFirstLastPara="1" wrap="square" lIns="121900" tIns="121900" rIns="121900" bIns="121900" anchor="t" anchorCtr="0">
                <a:spAutoFit/>
              </a:bodyPr>
              <a:lstStyle/>
              <a:p>
                <a:r>
                  <a:rPr lang="en" sz="2400">
                    <a:latin typeface="Questrial"/>
                    <a:ea typeface="Questrial"/>
                    <a:cs typeface="Questrial"/>
                    <a:sym typeface="Questrial"/>
                  </a:rPr>
                  <a:t>0</a:t>
                </a:r>
                <a:endParaRPr sz="2400">
                  <a:latin typeface="Questrial"/>
                  <a:ea typeface="Questrial"/>
                  <a:cs typeface="Questrial"/>
                  <a:sym typeface="Questrial"/>
                </a:endParaRPr>
              </a:p>
            </p:txBody>
          </p:sp>
        </p:grpSp>
        <p:grpSp>
          <p:nvGrpSpPr>
            <p:cNvPr id="1116" name="Google Shape;1116;p50"/>
            <p:cNvGrpSpPr/>
            <p:nvPr/>
          </p:nvGrpSpPr>
          <p:grpSpPr>
            <a:xfrm>
              <a:off x="7455363" y="2460400"/>
              <a:ext cx="272712" cy="461635"/>
              <a:chOff x="7455363" y="2060200"/>
              <a:chExt cx="272712" cy="461635"/>
            </a:xfrm>
          </p:grpSpPr>
          <p:sp>
            <p:nvSpPr>
              <p:cNvPr id="1117" name="Google Shape;1117;p50"/>
              <p:cNvSpPr/>
              <p:nvPr/>
            </p:nvSpPr>
            <p:spPr>
              <a:xfrm>
                <a:off x="7455363" y="2123962"/>
                <a:ext cx="272700" cy="2727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Questrial"/>
                  <a:ea typeface="Questrial"/>
                  <a:cs typeface="Questrial"/>
                  <a:sym typeface="Questrial"/>
                </a:endParaRPr>
              </a:p>
            </p:txBody>
          </p:sp>
          <p:sp>
            <p:nvSpPr>
              <p:cNvPr id="1118" name="Google Shape;1118;p50"/>
              <p:cNvSpPr txBox="1"/>
              <p:nvPr/>
            </p:nvSpPr>
            <p:spPr>
              <a:xfrm>
                <a:off x="7455375" y="2060200"/>
                <a:ext cx="272700" cy="461635"/>
              </a:xfrm>
              <a:prstGeom prst="rect">
                <a:avLst/>
              </a:prstGeom>
              <a:noFill/>
              <a:ln>
                <a:noFill/>
              </a:ln>
            </p:spPr>
            <p:txBody>
              <a:bodyPr spcFirstLastPara="1" wrap="square" lIns="121900" tIns="121900" rIns="121900" bIns="121900" anchor="t" anchorCtr="0">
                <a:spAutoFit/>
              </a:bodyPr>
              <a:lstStyle/>
              <a:p>
                <a:r>
                  <a:rPr lang="en" sz="2400">
                    <a:latin typeface="Questrial"/>
                    <a:ea typeface="Questrial"/>
                    <a:cs typeface="Questrial"/>
                    <a:sym typeface="Questrial"/>
                  </a:rPr>
                  <a:t>1</a:t>
                </a:r>
                <a:endParaRPr sz="2400">
                  <a:latin typeface="Questrial"/>
                  <a:ea typeface="Questrial"/>
                  <a:cs typeface="Questrial"/>
                  <a:sym typeface="Questrial"/>
                </a:endParaRPr>
              </a:p>
            </p:txBody>
          </p:sp>
        </p:grpSp>
        <p:grpSp>
          <p:nvGrpSpPr>
            <p:cNvPr id="1119" name="Google Shape;1119;p50"/>
            <p:cNvGrpSpPr/>
            <p:nvPr/>
          </p:nvGrpSpPr>
          <p:grpSpPr>
            <a:xfrm>
              <a:off x="7455363" y="4146225"/>
              <a:ext cx="272712" cy="461635"/>
              <a:chOff x="7455363" y="2060200"/>
              <a:chExt cx="272712" cy="461635"/>
            </a:xfrm>
          </p:grpSpPr>
          <p:sp>
            <p:nvSpPr>
              <p:cNvPr id="1120" name="Google Shape;1120;p50"/>
              <p:cNvSpPr/>
              <p:nvPr/>
            </p:nvSpPr>
            <p:spPr>
              <a:xfrm>
                <a:off x="7455363" y="2123962"/>
                <a:ext cx="272700" cy="2727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Questrial"/>
                  <a:ea typeface="Questrial"/>
                  <a:cs typeface="Questrial"/>
                  <a:sym typeface="Questrial"/>
                </a:endParaRPr>
              </a:p>
            </p:txBody>
          </p:sp>
          <p:sp>
            <p:nvSpPr>
              <p:cNvPr id="1121" name="Google Shape;1121;p50"/>
              <p:cNvSpPr txBox="1"/>
              <p:nvPr/>
            </p:nvSpPr>
            <p:spPr>
              <a:xfrm>
                <a:off x="7455375" y="2060200"/>
                <a:ext cx="272700" cy="461635"/>
              </a:xfrm>
              <a:prstGeom prst="rect">
                <a:avLst/>
              </a:prstGeom>
              <a:noFill/>
              <a:ln>
                <a:noFill/>
              </a:ln>
            </p:spPr>
            <p:txBody>
              <a:bodyPr spcFirstLastPara="1" wrap="square" lIns="121900" tIns="121900" rIns="121900" bIns="121900" anchor="t" anchorCtr="0">
                <a:spAutoFit/>
              </a:bodyPr>
              <a:lstStyle/>
              <a:p>
                <a:r>
                  <a:rPr lang="en" sz="2400">
                    <a:latin typeface="Questrial"/>
                    <a:ea typeface="Questrial"/>
                    <a:cs typeface="Questrial"/>
                    <a:sym typeface="Questrial"/>
                  </a:rPr>
                  <a:t>9</a:t>
                </a:r>
                <a:endParaRPr sz="2400">
                  <a:latin typeface="Questrial"/>
                  <a:ea typeface="Questrial"/>
                  <a:cs typeface="Questrial"/>
                  <a:sym typeface="Questrial"/>
                </a:endParaRPr>
              </a:p>
            </p:txBody>
          </p:sp>
        </p:grpSp>
        <p:grpSp>
          <p:nvGrpSpPr>
            <p:cNvPr id="1122" name="Google Shape;1122;p50"/>
            <p:cNvGrpSpPr/>
            <p:nvPr/>
          </p:nvGrpSpPr>
          <p:grpSpPr>
            <a:xfrm>
              <a:off x="7455363" y="2916500"/>
              <a:ext cx="272712" cy="461635"/>
              <a:chOff x="7455363" y="2060200"/>
              <a:chExt cx="272712" cy="461635"/>
            </a:xfrm>
          </p:grpSpPr>
          <p:sp>
            <p:nvSpPr>
              <p:cNvPr id="1123" name="Google Shape;1123;p50"/>
              <p:cNvSpPr/>
              <p:nvPr/>
            </p:nvSpPr>
            <p:spPr>
              <a:xfrm>
                <a:off x="7455363" y="2123962"/>
                <a:ext cx="272700" cy="272700"/>
              </a:xfrm>
              <a:prstGeom prst="ellipse">
                <a:avLst/>
              </a:prstGeom>
              <a:solidFill>
                <a:schemeClr val="accent4"/>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latin typeface="Questrial"/>
                  <a:ea typeface="Questrial"/>
                  <a:cs typeface="Questrial"/>
                  <a:sym typeface="Questrial"/>
                </a:endParaRPr>
              </a:p>
            </p:txBody>
          </p:sp>
          <p:sp>
            <p:nvSpPr>
              <p:cNvPr id="1124" name="Google Shape;1124;p50"/>
              <p:cNvSpPr txBox="1"/>
              <p:nvPr/>
            </p:nvSpPr>
            <p:spPr>
              <a:xfrm>
                <a:off x="7455375" y="2060200"/>
                <a:ext cx="272700" cy="461635"/>
              </a:xfrm>
              <a:prstGeom prst="rect">
                <a:avLst/>
              </a:prstGeom>
              <a:noFill/>
              <a:ln>
                <a:noFill/>
              </a:ln>
            </p:spPr>
            <p:txBody>
              <a:bodyPr spcFirstLastPara="1" wrap="square" lIns="121900" tIns="121900" rIns="121900" bIns="121900" anchor="t" anchorCtr="0">
                <a:spAutoFit/>
              </a:bodyPr>
              <a:lstStyle/>
              <a:p>
                <a:r>
                  <a:rPr lang="en" sz="2400">
                    <a:latin typeface="Questrial"/>
                    <a:ea typeface="Questrial"/>
                    <a:cs typeface="Questrial"/>
                    <a:sym typeface="Questrial"/>
                  </a:rPr>
                  <a:t>2</a:t>
                </a:r>
                <a:endParaRPr sz="2400">
                  <a:latin typeface="Questrial"/>
                  <a:ea typeface="Questrial"/>
                  <a:cs typeface="Questrial"/>
                  <a:sym typeface="Questrial"/>
                </a:endParaRPr>
              </a:p>
            </p:txBody>
          </p:sp>
        </p:grpSp>
        <p:sp>
          <p:nvSpPr>
            <p:cNvPr id="1125" name="Google Shape;1125;p50"/>
            <p:cNvSpPr txBox="1"/>
            <p:nvPr/>
          </p:nvSpPr>
          <p:spPr>
            <a:xfrm>
              <a:off x="7478375" y="3298650"/>
              <a:ext cx="272700" cy="1015632"/>
            </a:xfrm>
            <a:prstGeom prst="rect">
              <a:avLst/>
            </a:prstGeom>
            <a:noFill/>
            <a:ln>
              <a:noFill/>
            </a:ln>
          </p:spPr>
          <p:txBody>
            <a:bodyPr spcFirstLastPara="1" wrap="square" lIns="121900" tIns="121900" rIns="121900" bIns="121900" anchor="t" anchorCtr="0">
              <a:spAutoFit/>
            </a:bodyPr>
            <a:lstStyle/>
            <a:p>
              <a:r>
                <a:rPr lang="en" sz="2400"/>
                <a:t>.</a:t>
              </a:r>
              <a:br>
                <a:rPr lang="en" sz="2400"/>
              </a:br>
              <a:r>
                <a:rPr lang="en" sz="2400"/>
                <a:t>.</a:t>
              </a:r>
              <a:br>
                <a:rPr lang="en" sz="2400"/>
              </a:br>
              <a:r>
                <a:rPr lang="en" sz="2400"/>
                <a:t>.</a:t>
              </a:r>
              <a:endParaRPr sz="2400"/>
            </a:p>
          </p:txBody>
        </p:sp>
      </p:grpSp>
      <p:grpSp>
        <p:nvGrpSpPr>
          <p:cNvPr id="1126" name="Google Shape;1126;p50"/>
          <p:cNvGrpSpPr/>
          <p:nvPr/>
        </p:nvGrpSpPr>
        <p:grpSpPr>
          <a:xfrm>
            <a:off x="9357301" y="2681575"/>
            <a:ext cx="1192802" cy="3652059"/>
            <a:chOff x="7017974" y="2011181"/>
            <a:chExt cx="894601" cy="2739044"/>
          </a:xfrm>
        </p:grpSpPr>
        <p:cxnSp>
          <p:nvCxnSpPr>
            <p:cNvPr id="1127" name="Google Shape;1127;p50"/>
            <p:cNvCxnSpPr>
              <a:stCxn id="1110" idx="6"/>
              <a:endCxn id="1115" idx="1"/>
            </p:cNvCxnSpPr>
            <p:nvPr/>
          </p:nvCxnSpPr>
          <p:spPr>
            <a:xfrm>
              <a:off x="7050365" y="2011181"/>
              <a:ext cx="862210" cy="279837"/>
            </a:xfrm>
            <a:prstGeom prst="straightConnector1">
              <a:avLst/>
            </a:prstGeom>
            <a:noFill/>
            <a:ln w="9525" cap="flat" cmpd="sng">
              <a:solidFill>
                <a:srgbClr val="DD7E6B"/>
              </a:solidFill>
              <a:prstDash val="solid"/>
              <a:round/>
              <a:headEnd type="none" w="med" len="med"/>
              <a:tailEnd type="triangle" w="med" len="med"/>
            </a:ln>
          </p:spPr>
        </p:cxnSp>
        <p:cxnSp>
          <p:nvCxnSpPr>
            <p:cNvPr id="1128" name="Google Shape;1128;p50"/>
            <p:cNvCxnSpPr>
              <a:stCxn id="1109" idx="6"/>
              <a:endCxn id="1115" idx="1"/>
            </p:cNvCxnSpPr>
            <p:nvPr/>
          </p:nvCxnSpPr>
          <p:spPr>
            <a:xfrm flipV="1">
              <a:off x="7050365" y="2291018"/>
              <a:ext cx="862210" cy="214609"/>
            </a:xfrm>
            <a:prstGeom prst="straightConnector1">
              <a:avLst/>
            </a:prstGeom>
            <a:noFill/>
            <a:ln w="9525" cap="flat" cmpd="sng">
              <a:solidFill>
                <a:srgbClr val="DD7E6B"/>
              </a:solidFill>
              <a:prstDash val="solid"/>
              <a:round/>
              <a:headEnd type="none" w="med" len="med"/>
              <a:tailEnd type="triangle" w="med" len="med"/>
            </a:ln>
          </p:spPr>
        </p:cxnSp>
        <p:cxnSp>
          <p:nvCxnSpPr>
            <p:cNvPr id="1129" name="Google Shape;1129;p50"/>
            <p:cNvCxnSpPr>
              <a:stCxn id="1108" idx="6"/>
              <a:endCxn id="1118" idx="1"/>
            </p:cNvCxnSpPr>
            <p:nvPr/>
          </p:nvCxnSpPr>
          <p:spPr>
            <a:xfrm flipV="1">
              <a:off x="7050363" y="2691218"/>
              <a:ext cx="862209" cy="61633"/>
            </a:xfrm>
            <a:prstGeom prst="straightConnector1">
              <a:avLst/>
            </a:prstGeom>
            <a:noFill/>
            <a:ln w="9525" cap="flat" cmpd="sng">
              <a:solidFill>
                <a:srgbClr val="DD7E6B"/>
              </a:solidFill>
              <a:prstDash val="solid"/>
              <a:round/>
              <a:headEnd type="none" w="med" len="med"/>
              <a:tailEnd type="triangle" w="med" len="med"/>
            </a:ln>
          </p:spPr>
        </p:cxnSp>
        <p:cxnSp>
          <p:nvCxnSpPr>
            <p:cNvPr id="1130" name="Google Shape;1130;p50"/>
            <p:cNvCxnSpPr>
              <a:stCxn id="1109" idx="6"/>
              <a:endCxn id="1124" idx="1"/>
            </p:cNvCxnSpPr>
            <p:nvPr/>
          </p:nvCxnSpPr>
          <p:spPr>
            <a:xfrm>
              <a:off x="7050363" y="2505627"/>
              <a:ext cx="862209" cy="641690"/>
            </a:xfrm>
            <a:prstGeom prst="straightConnector1">
              <a:avLst/>
            </a:prstGeom>
            <a:noFill/>
            <a:ln w="9525" cap="flat" cmpd="sng">
              <a:solidFill>
                <a:srgbClr val="DD7E6B"/>
              </a:solidFill>
              <a:prstDash val="solid"/>
              <a:round/>
              <a:headEnd type="none" w="med" len="med"/>
              <a:tailEnd type="triangle" w="med" len="med"/>
            </a:ln>
          </p:spPr>
        </p:cxnSp>
        <p:cxnSp>
          <p:nvCxnSpPr>
            <p:cNvPr id="1131" name="Google Shape;1131;p50"/>
            <p:cNvCxnSpPr>
              <a:stCxn id="1099" idx="6"/>
              <a:endCxn id="1124" idx="1"/>
            </p:cNvCxnSpPr>
            <p:nvPr/>
          </p:nvCxnSpPr>
          <p:spPr>
            <a:xfrm>
              <a:off x="7050363" y="3000074"/>
              <a:ext cx="862209" cy="147244"/>
            </a:xfrm>
            <a:prstGeom prst="straightConnector1">
              <a:avLst/>
            </a:prstGeom>
            <a:noFill/>
            <a:ln w="9525" cap="flat" cmpd="sng">
              <a:solidFill>
                <a:srgbClr val="DD7E6B"/>
              </a:solidFill>
              <a:prstDash val="solid"/>
              <a:round/>
              <a:headEnd type="none" w="med" len="med"/>
              <a:tailEnd type="triangle" w="med" len="med"/>
            </a:ln>
          </p:spPr>
        </p:cxnSp>
        <p:cxnSp>
          <p:nvCxnSpPr>
            <p:cNvPr id="1132" name="Google Shape;1132;p50"/>
            <p:cNvCxnSpPr>
              <a:stCxn id="1105" idx="6"/>
              <a:endCxn id="1115" idx="1"/>
            </p:cNvCxnSpPr>
            <p:nvPr/>
          </p:nvCxnSpPr>
          <p:spPr>
            <a:xfrm>
              <a:off x="7050363" y="2255606"/>
              <a:ext cx="862209" cy="35412"/>
            </a:xfrm>
            <a:prstGeom prst="straightConnector1">
              <a:avLst/>
            </a:prstGeom>
            <a:noFill/>
            <a:ln w="9525" cap="flat" cmpd="sng">
              <a:solidFill>
                <a:srgbClr val="DD7E6B"/>
              </a:solidFill>
              <a:prstDash val="solid"/>
              <a:round/>
              <a:headEnd type="none" w="med" len="med"/>
              <a:tailEnd type="triangle" w="med" len="med"/>
            </a:ln>
          </p:spPr>
        </p:cxnSp>
        <p:cxnSp>
          <p:nvCxnSpPr>
            <p:cNvPr id="1133" name="Google Shape;1133;p50"/>
            <p:cNvCxnSpPr>
              <a:stCxn id="1100" idx="6"/>
              <a:endCxn id="1115" idx="1"/>
            </p:cNvCxnSpPr>
            <p:nvPr/>
          </p:nvCxnSpPr>
          <p:spPr>
            <a:xfrm flipV="1">
              <a:off x="7050365" y="2291018"/>
              <a:ext cx="862210" cy="959077"/>
            </a:xfrm>
            <a:prstGeom prst="straightConnector1">
              <a:avLst/>
            </a:prstGeom>
            <a:noFill/>
            <a:ln w="9525" cap="flat" cmpd="sng">
              <a:solidFill>
                <a:srgbClr val="DD7E6B"/>
              </a:solidFill>
              <a:prstDash val="solid"/>
              <a:round/>
              <a:headEnd type="none" w="med" len="med"/>
              <a:tailEnd type="triangle" w="med" len="med"/>
            </a:ln>
          </p:spPr>
        </p:cxnSp>
        <p:cxnSp>
          <p:nvCxnSpPr>
            <p:cNvPr id="1134" name="Google Shape;1134;p50"/>
            <p:cNvCxnSpPr>
              <a:stCxn id="1101" idx="6"/>
              <a:endCxn id="1121" idx="1"/>
            </p:cNvCxnSpPr>
            <p:nvPr/>
          </p:nvCxnSpPr>
          <p:spPr>
            <a:xfrm>
              <a:off x="7050363" y="3500117"/>
              <a:ext cx="862209" cy="876926"/>
            </a:xfrm>
            <a:prstGeom prst="straightConnector1">
              <a:avLst/>
            </a:prstGeom>
            <a:noFill/>
            <a:ln w="9525" cap="flat" cmpd="sng">
              <a:solidFill>
                <a:srgbClr val="DD7E6B"/>
              </a:solidFill>
              <a:prstDash val="solid"/>
              <a:round/>
              <a:headEnd type="none" w="med" len="med"/>
              <a:tailEnd type="triangle" w="med" len="med"/>
            </a:ln>
          </p:spPr>
        </p:cxnSp>
        <p:cxnSp>
          <p:nvCxnSpPr>
            <p:cNvPr id="1135" name="Google Shape;1135;p50"/>
            <p:cNvCxnSpPr>
              <a:stCxn id="1102" idx="6"/>
              <a:endCxn id="1121" idx="1"/>
            </p:cNvCxnSpPr>
            <p:nvPr/>
          </p:nvCxnSpPr>
          <p:spPr>
            <a:xfrm>
              <a:off x="7050363" y="3750139"/>
              <a:ext cx="862209" cy="626904"/>
            </a:xfrm>
            <a:prstGeom prst="straightConnector1">
              <a:avLst/>
            </a:prstGeom>
            <a:noFill/>
            <a:ln w="9525" cap="flat" cmpd="sng">
              <a:solidFill>
                <a:srgbClr val="DD7E6B"/>
              </a:solidFill>
              <a:prstDash val="solid"/>
              <a:round/>
              <a:headEnd type="none" w="med" len="med"/>
              <a:tailEnd type="triangle" w="med" len="med"/>
            </a:ln>
          </p:spPr>
        </p:cxnSp>
        <p:cxnSp>
          <p:nvCxnSpPr>
            <p:cNvPr id="1136" name="Google Shape;1136;p50"/>
            <p:cNvCxnSpPr>
              <a:stCxn id="1103" idx="6"/>
              <a:endCxn id="1121" idx="1"/>
            </p:cNvCxnSpPr>
            <p:nvPr/>
          </p:nvCxnSpPr>
          <p:spPr>
            <a:xfrm>
              <a:off x="7050363" y="4000161"/>
              <a:ext cx="862209" cy="376882"/>
            </a:xfrm>
            <a:prstGeom prst="straightConnector1">
              <a:avLst/>
            </a:prstGeom>
            <a:noFill/>
            <a:ln w="9525" cap="flat" cmpd="sng">
              <a:solidFill>
                <a:srgbClr val="DD7E6B"/>
              </a:solidFill>
              <a:prstDash val="solid"/>
              <a:round/>
              <a:headEnd type="none" w="med" len="med"/>
              <a:tailEnd type="triangle" w="med" len="med"/>
            </a:ln>
          </p:spPr>
        </p:cxnSp>
        <p:cxnSp>
          <p:nvCxnSpPr>
            <p:cNvPr id="1137" name="Google Shape;1137;p50"/>
            <p:cNvCxnSpPr>
              <a:stCxn id="1104" idx="6"/>
              <a:endCxn id="1121" idx="1"/>
            </p:cNvCxnSpPr>
            <p:nvPr/>
          </p:nvCxnSpPr>
          <p:spPr>
            <a:xfrm>
              <a:off x="7050363" y="4250182"/>
              <a:ext cx="862209" cy="126861"/>
            </a:xfrm>
            <a:prstGeom prst="straightConnector1">
              <a:avLst/>
            </a:prstGeom>
            <a:noFill/>
            <a:ln w="9525" cap="flat" cmpd="sng">
              <a:solidFill>
                <a:srgbClr val="DD7E6B"/>
              </a:solidFill>
              <a:prstDash val="solid"/>
              <a:round/>
              <a:headEnd type="none" w="med" len="med"/>
              <a:tailEnd type="triangle" w="med" len="med"/>
            </a:ln>
          </p:spPr>
        </p:cxnSp>
        <p:cxnSp>
          <p:nvCxnSpPr>
            <p:cNvPr id="1138" name="Google Shape;1138;p50"/>
            <p:cNvCxnSpPr>
              <a:stCxn id="1106" idx="6"/>
              <a:endCxn id="1121" idx="1"/>
            </p:cNvCxnSpPr>
            <p:nvPr/>
          </p:nvCxnSpPr>
          <p:spPr>
            <a:xfrm flipV="1">
              <a:off x="7050363" y="4377043"/>
              <a:ext cx="862209" cy="123160"/>
            </a:xfrm>
            <a:prstGeom prst="straightConnector1">
              <a:avLst/>
            </a:prstGeom>
            <a:noFill/>
            <a:ln w="9525" cap="flat" cmpd="sng">
              <a:solidFill>
                <a:srgbClr val="DD7E6B"/>
              </a:solidFill>
              <a:prstDash val="solid"/>
              <a:round/>
              <a:headEnd type="none" w="med" len="med"/>
              <a:tailEnd type="triangle" w="med" len="med"/>
            </a:ln>
          </p:spPr>
        </p:cxnSp>
        <p:cxnSp>
          <p:nvCxnSpPr>
            <p:cNvPr id="1139" name="Google Shape;1139;p50"/>
            <p:cNvCxnSpPr>
              <a:stCxn id="1107" idx="6"/>
              <a:endCxn id="1121" idx="1"/>
            </p:cNvCxnSpPr>
            <p:nvPr/>
          </p:nvCxnSpPr>
          <p:spPr>
            <a:xfrm flipV="1">
              <a:off x="7050363" y="4377043"/>
              <a:ext cx="862209" cy="373182"/>
            </a:xfrm>
            <a:prstGeom prst="straightConnector1">
              <a:avLst/>
            </a:prstGeom>
            <a:noFill/>
            <a:ln w="9525" cap="flat" cmpd="sng">
              <a:solidFill>
                <a:srgbClr val="DD7E6B"/>
              </a:solidFill>
              <a:prstDash val="solid"/>
              <a:round/>
              <a:headEnd type="none" w="med" len="med"/>
              <a:tailEnd type="triangle" w="med" len="med"/>
            </a:ln>
          </p:spPr>
        </p:cxnSp>
        <p:cxnSp>
          <p:nvCxnSpPr>
            <p:cNvPr id="1140" name="Google Shape;1140;p50"/>
            <p:cNvCxnSpPr>
              <a:stCxn id="1101" idx="6"/>
              <a:endCxn id="1124" idx="1"/>
            </p:cNvCxnSpPr>
            <p:nvPr/>
          </p:nvCxnSpPr>
          <p:spPr>
            <a:xfrm flipV="1">
              <a:off x="7050363" y="3147318"/>
              <a:ext cx="862209" cy="352799"/>
            </a:xfrm>
            <a:prstGeom prst="straightConnector1">
              <a:avLst/>
            </a:prstGeom>
            <a:noFill/>
            <a:ln w="9525" cap="flat" cmpd="sng">
              <a:solidFill>
                <a:srgbClr val="DD7E6B"/>
              </a:solidFill>
              <a:prstDash val="solid"/>
              <a:round/>
              <a:headEnd type="none" w="med" len="med"/>
              <a:tailEnd type="triangle" w="med" len="med"/>
            </a:ln>
          </p:spPr>
        </p:cxnSp>
        <p:cxnSp>
          <p:nvCxnSpPr>
            <p:cNvPr id="1141" name="Google Shape;1141;p50"/>
            <p:cNvCxnSpPr>
              <a:stCxn id="1102" idx="6"/>
              <a:endCxn id="1124" idx="1"/>
            </p:cNvCxnSpPr>
            <p:nvPr/>
          </p:nvCxnSpPr>
          <p:spPr>
            <a:xfrm flipV="1">
              <a:off x="7050363" y="3147318"/>
              <a:ext cx="862209" cy="602821"/>
            </a:xfrm>
            <a:prstGeom prst="straightConnector1">
              <a:avLst/>
            </a:prstGeom>
            <a:noFill/>
            <a:ln w="9525" cap="flat" cmpd="sng">
              <a:solidFill>
                <a:srgbClr val="DD7E6B"/>
              </a:solidFill>
              <a:prstDash val="solid"/>
              <a:round/>
              <a:headEnd type="none" w="med" len="med"/>
              <a:tailEnd type="triangle" w="med" len="med"/>
            </a:ln>
          </p:spPr>
        </p:cxnSp>
        <p:cxnSp>
          <p:nvCxnSpPr>
            <p:cNvPr id="1142" name="Google Shape;1142;p50"/>
            <p:cNvCxnSpPr>
              <a:stCxn id="1104" idx="6"/>
              <a:endCxn id="1124" idx="1"/>
            </p:cNvCxnSpPr>
            <p:nvPr/>
          </p:nvCxnSpPr>
          <p:spPr>
            <a:xfrm flipV="1">
              <a:off x="7050363" y="3147318"/>
              <a:ext cx="862209" cy="1102864"/>
            </a:xfrm>
            <a:prstGeom prst="straightConnector1">
              <a:avLst/>
            </a:prstGeom>
            <a:noFill/>
            <a:ln w="9525" cap="flat" cmpd="sng">
              <a:solidFill>
                <a:srgbClr val="DD7E6B"/>
              </a:solidFill>
              <a:prstDash val="solid"/>
              <a:round/>
              <a:headEnd type="none" w="med" len="med"/>
              <a:tailEnd type="triangle" w="med" len="med"/>
            </a:ln>
          </p:spPr>
        </p:cxnSp>
        <p:cxnSp>
          <p:nvCxnSpPr>
            <p:cNvPr id="1143" name="Google Shape;1143;p50"/>
            <p:cNvCxnSpPr>
              <a:stCxn id="1107" idx="6"/>
              <a:endCxn id="1124" idx="1"/>
            </p:cNvCxnSpPr>
            <p:nvPr/>
          </p:nvCxnSpPr>
          <p:spPr>
            <a:xfrm flipV="1">
              <a:off x="7050363" y="3147318"/>
              <a:ext cx="862209" cy="1602907"/>
            </a:xfrm>
            <a:prstGeom prst="straightConnector1">
              <a:avLst/>
            </a:prstGeom>
            <a:noFill/>
            <a:ln w="9525" cap="flat" cmpd="sng">
              <a:solidFill>
                <a:srgbClr val="DD7E6B"/>
              </a:solidFill>
              <a:prstDash val="solid"/>
              <a:round/>
              <a:headEnd type="none" w="med" len="med"/>
              <a:tailEnd type="triangle" w="med" len="med"/>
            </a:ln>
          </p:spPr>
        </p:cxnSp>
        <p:cxnSp>
          <p:nvCxnSpPr>
            <p:cNvPr id="1144" name="Google Shape;1144;p50"/>
            <p:cNvCxnSpPr>
              <a:stCxn id="1104" idx="6"/>
              <a:endCxn id="1118" idx="1"/>
            </p:cNvCxnSpPr>
            <p:nvPr/>
          </p:nvCxnSpPr>
          <p:spPr>
            <a:xfrm flipV="1">
              <a:off x="7050363" y="2691218"/>
              <a:ext cx="862209" cy="1558964"/>
            </a:xfrm>
            <a:prstGeom prst="straightConnector1">
              <a:avLst/>
            </a:prstGeom>
            <a:noFill/>
            <a:ln w="9525" cap="flat" cmpd="sng">
              <a:solidFill>
                <a:srgbClr val="DD7E6B"/>
              </a:solidFill>
              <a:prstDash val="solid"/>
              <a:round/>
              <a:headEnd type="none" w="med" len="med"/>
              <a:tailEnd type="triangle" w="med" len="med"/>
            </a:ln>
          </p:spPr>
        </p:cxnSp>
        <p:cxnSp>
          <p:nvCxnSpPr>
            <p:cNvPr id="1145" name="Google Shape;1145;p50"/>
            <p:cNvCxnSpPr>
              <a:stCxn id="1103" idx="6"/>
              <a:endCxn id="1118" idx="1"/>
            </p:cNvCxnSpPr>
            <p:nvPr/>
          </p:nvCxnSpPr>
          <p:spPr>
            <a:xfrm flipV="1">
              <a:off x="7050363" y="2691218"/>
              <a:ext cx="862209" cy="1308943"/>
            </a:xfrm>
            <a:prstGeom prst="straightConnector1">
              <a:avLst/>
            </a:prstGeom>
            <a:noFill/>
            <a:ln w="9525" cap="flat" cmpd="sng">
              <a:solidFill>
                <a:srgbClr val="DD7E6B"/>
              </a:solidFill>
              <a:prstDash val="solid"/>
              <a:round/>
              <a:headEnd type="none" w="med" len="med"/>
              <a:tailEnd type="triangle" w="med" len="med"/>
            </a:ln>
          </p:spPr>
        </p:cxnSp>
        <p:cxnSp>
          <p:nvCxnSpPr>
            <p:cNvPr id="1146" name="Google Shape;1146;p50"/>
            <p:cNvCxnSpPr>
              <a:stCxn id="1101" idx="7"/>
              <a:endCxn id="1115" idx="1"/>
            </p:cNvCxnSpPr>
            <p:nvPr/>
          </p:nvCxnSpPr>
          <p:spPr>
            <a:xfrm flipV="1">
              <a:off x="7017974" y="2291018"/>
              <a:ext cx="894601" cy="1130897"/>
            </a:xfrm>
            <a:prstGeom prst="straightConnector1">
              <a:avLst/>
            </a:prstGeom>
            <a:noFill/>
            <a:ln w="9525" cap="flat" cmpd="sng">
              <a:solidFill>
                <a:srgbClr val="DD7E6B"/>
              </a:solidFill>
              <a:prstDash val="solid"/>
              <a:round/>
              <a:headEnd type="none" w="med" len="med"/>
              <a:tailEnd type="triangle" w="med" len="med"/>
            </a:ln>
          </p:spPr>
        </p:cxnSp>
        <p:cxnSp>
          <p:nvCxnSpPr>
            <p:cNvPr id="1147" name="Google Shape;1147;p50"/>
            <p:cNvCxnSpPr>
              <a:stCxn id="1102" idx="6"/>
              <a:endCxn id="1115" idx="1"/>
            </p:cNvCxnSpPr>
            <p:nvPr/>
          </p:nvCxnSpPr>
          <p:spPr>
            <a:xfrm flipV="1">
              <a:off x="7050363" y="2291018"/>
              <a:ext cx="862209" cy="1459121"/>
            </a:xfrm>
            <a:prstGeom prst="straightConnector1">
              <a:avLst/>
            </a:prstGeom>
            <a:noFill/>
            <a:ln w="9525" cap="flat" cmpd="sng">
              <a:solidFill>
                <a:srgbClr val="DD7E6B"/>
              </a:solidFill>
              <a:prstDash val="solid"/>
              <a:round/>
              <a:headEnd type="none" w="med" len="med"/>
              <a:tailEnd type="triangle" w="med" len="med"/>
            </a:ln>
          </p:spPr>
        </p:cxnSp>
      </p:grpSp>
      <p:sp>
        <p:nvSpPr>
          <p:cNvPr id="1148" name="Google Shape;1148;p50"/>
          <p:cNvSpPr txBox="1"/>
          <p:nvPr/>
        </p:nvSpPr>
        <p:spPr>
          <a:xfrm>
            <a:off x="3874100" y="6147401"/>
            <a:ext cx="4709600" cy="574412"/>
          </a:xfrm>
          <a:prstGeom prst="rect">
            <a:avLst/>
          </a:prstGeom>
          <a:noFill/>
          <a:ln>
            <a:noFill/>
          </a:ln>
        </p:spPr>
        <p:txBody>
          <a:bodyPr spcFirstLastPara="1" wrap="square" lIns="121900" tIns="121900" rIns="121900" bIns="121900" anchor="t" anchorCtr="0">
            <a:spAutoFit/>
          </a:bodyPr>
          <a:lstStyle/>
          <a:p>
            <a:pPr algn="ctr"/>
            <a:r>
              <a:rPr lang="en" sz="2133">
                <a:solidFill>
                  <a:srgbClr val="CC4125"/>
                </a:solidFill>
                <a:latin typeface="Questrial"/>
                <a:ea typeface="Questrial"/>
                <a:cs typeface="Questrial"/>
                <a:sym typeface="Questrial"/>
              </a:rPr>
              <a:t>Reusable</a:t>
            </a:r>
            <a:r>
              <a:rPr lang="en" sz="2133">
                <a:solidFill>
                  <a:schemeClr val="accent5"/>
                </a:solidFill>
                <a:latin typeface="Questrial"/>
                <a:ea typeface="Questrial"/>
                <a:cs typeface="Questrial"/>
                <a:sym typeface="Questrial"/>
              </a:rPr>
              <a:t> </a:t>
            </a:r>
            <a:r>
              <a:rPr lang="en" sz="2133">
                <a:solidFill>
                  <a:srgbClr val="515151"/>
                </a:solidFill>
                <a:latin typeface="Questrial"/>
                <a:ea typeface="Questrial"/>
                <a:cs typeface="Questrial"/>
                <a:sym typeface="Questrial"/>
              </a:rPr>
              <a:t>Feature Extraction Layers</a:t>
            </a:r>
            <a:endParaRPr sz="2133">
              <a:solidFill>
                <a:srgbClr val="515151"/>
              </a:solidFill>
              <a:latin typeface="Questrial"/>
              <a:ea typeface="Questrial"/>
              <a:cs typeface="Questrial"/>
              <a:sym typeface="Questrial"/>
            </a:endParaRPr>
          </a:p>
        </p:txBody>
      </p:sp>
      <p:sp>
        <p:nvSpPr>
          <p:cNvPr id="1149" name="Google Shape;1149;p50"/>
          <p:cNvSpPr/>
          <p:nvPr/>
        </p:nvSpPr>
        <p:spPr>
          <a:xfrm rot="-5400000">
            <a:off x="6106033" y="3721600"/>
            <a:ext cx="264400" cy="47096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74">
                                            <p:txEl>
                                              <p:pRg st="0" end="0"/>
                                            </p:txEl>
                                          </p:spTgt>
                                        </p:tgtEl>
                                        <p:attrNameLst>
                                          <p:attrName>style.visibility</p:attrName>
                                        </p:attrNameLst>
                                      </p:cBhvr>
                                      <p:to>
                                        <p:strVal val="visible"/>
                                      </p:to>
                                    </p:set>
                                    <p:animEffect transition="in" filter="fade">
                                      <p:cBhvr>
                                        <p:cTn id="7" dur="1000"/>
                                        <p:tgtEl>
                                          <p:spTgt spid="97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742CA-A235-7151-F982-48FD05AAAA1B}"/>
              </a:ext>
            </a:extLst>
          </p:cNvPr>
          <p:cNvSpPr>
            <a:spLocks noGrp="1"/>
          </p:cNvSpPr>
          <p:nvPr>
            <p:ph type="title"/>
          </p:nvPr>
        </p:nvSpPr>
        <p:spPr/>
        <p:txBody>
          <a:bodyPr/>
          <a:lstStyle/>
          <a:p>
            <a:r>
              <a:rPr lang="en-US" dirty="0"/>
              <a:t>Recurrent neural networks</a:t>
            </a:r>
          </a:p>
        </p:txBody>
      </p:sp>
      <p:sp>
        <p:nvSpPr>
          <p:cNvPr id="3" name="Text Placeholder 2">
            <a:extLst>
              <a:ext uri="{FF2B5EF4-FFF2-40B4-BE49-F238E27FC236}">
                <a16:creationId xmlns:a16="http://schemas.microsoft.com/office/drawing/2014/main" id="{B9FB5E91-D610-E06F-D785-405620B75E16}"/>
              </a:ext>
            </a:extLst>
          </p:cNvPr>
          <p:cNvSpPr>
            <a:spLocks noGrp="1"/>
          </p:cNvSpPr>
          <p:nvPr>
            <p:ph type="body" idx="1"/>
          </p:nvPr>
        </p:nvSpPr>
        <p:spPr/>
        <p:txBody>
          <a:bodyPr/>
          <a:lstStyle/>
          <a:p>
            <a:r>
              <a:rPr lang="en-US" dirty="0"/>
              <a:t>From https://web.stanford.edu/~jurafsky/slp3/</a:t>
            </a:r>
          </a:p>
        </p:txBody>
      </p:sp>
      <p:sp>
        <p:nvSpPr>
          <p:cNvPr id="4" name="Slide Number Placeholder 3">
            <a:extLst>
              <a:ext uri="{FF2B5EF4-FFF2-40B4-BE49-F238E27FC236}">
                <a16:creationId xmlns:a16="http://schemas.microsoft.com/office/drawing/2014/main" id="{AC5E7AF2-5958-AC65-059B-9B6609000311}"/>
              </a:ext>
            </a:extLst>
          </p:cNvPr>
          <p:cNvSpPr>
            <a:spLocks noGrp="1"/>
          </p:cNvSpPr>
          <p:nvPr>
            <p:ph type="sldNum" sz="quarter" idx="12"/>
          </p:nvPr>
        </p:nvSpPr>
        <p:spPr/>
        <p:txBody>
          <a:bodyPr/>
          <a:lstStyle/>
          <a:p>
            <a:fld id="{89D00882-420D-446F-B065-6675A463A27F}" type="slidenum">
              <a:rPr lang="en-US" smtClean="0"/>
              <a:t>17</a:t>
            </a:fld>
            <a:endParaRPr lang="en-US"/>
          </a:p>
        </p:txBody>
      </p:sp>
    </p:spTree>
    <p:extLst>
      <p:ext uri="{BB962C8B-B14F-4D97-AF65-F5344CB8AC3E}">
        <p14:creationId xmlns:p14="http://schemas.microsoft.com/office/powerpoint/2010/main" val="1765542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F4781-D84A-BC73-A841-F7BE685A860E}"/>
              </a:ext>
            </a:extLst>
          </p:cNvPr>
          <p:cNvSpPr>
            <a:spLocks noGrp="1"/>
          </p:cNvSpPr>
          <p:nvPr>
            <p:ph type="title"/>
          </p:nvPr>
        </p:nvSpPr>
        <p:spPr/>
        <p:txBody>
          <a:bodyPr/>
          <a:lstStyle/>
          <a:p>
            <a:r>
              <a:rPr lang="en-US" dirty="0"/>
              <a:t>Recurrent Neural Networks (RNNs)</a:t>
            </a:r>
          </a:p>
        </p:txBody>
      </p:sp>
      <p:sp>
        <p:nvSpPr>
          <p:cNvPr id="3" name="Content Placeholder 2">
            <a:extLst>
              <a:ext uri="{FF2B5EF4-FFF2-40B4-BE49-F238E27FC236}">
                <a16:creationId xmlns:a16="http://schemas.microsoft.com/office/drawing/2014/main" id="{172893DF-5229-F004-39C2-935F8D85F474}"/>
              </a:ext>
            </a:extLst>
          </p:cNvPr>
          <p:cNvSpPr>
            <a:spLocks noGrp="1"/>
          </p:cNvSpPr>
          <p:nvPr>
            <p:ph idx="1"/>
          </p:nvPr>
        </p:nvSpPr>
        <p:spPr/>
        <p:txBody>
          <a:bodyPr>
            <a:normAutofit/>
          </a:bodyPr>
          <a:lstStyle/>
          <a:p>
            <a:r>
              <a:rPr lang="en-US" sz="3600" dirty="0"/>
              <a:t>Any network that contains a cycle within its network connections.</a:t>
            </a:r>
          </a:p>
          <a:p>
            <a:r>
              <a:rPr lang="en-US" sz="3600" dirty="0"/>
              <a:t>The value of some unit is directly, or indirectly, dependent on its own earlier outputs as an input. </a:t>
            </a:r>
            <a:endParaRPr lang="en-US" sz="4400" dirty="0"/>
          </a:p>
          <a:p>
            <a:pPr marL="571500" indent="-571500">
              <a:buFont typeface="Arial" panose="020B0604020202020204" pitchFamily="34" charset="0"/>
              <a:buChar char="•"/>
            </a:pPr>
            <a:endParaRPr lang="en-US" sz="3200" dirty="0"/>
          </a:p>
        </p:txBody>
      </p:sp>
    </p:spTree>
    <p:extLst>
      <p:ext uri="{BB962C8B-B14F-4D97-AF65-F5344CB8AC3E}">
        <p14:creationId xmlns:p14="http://schemas.microsoft.com/office/powerpoint/2010/main" val="21480089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D0791-FD83-4ECD-3EE3-84E472478DC5}"/>
              </a:ext>
            </a:extLst>
          </p:cNvPr>
          <p:cNvSpPr>
            <a:spLocks noGrp="1"/>
          </p:cNvSpPr>
          <p:nvPr>
            <p:ph type="title"/>
          </p:nvPr>
        </p:nvSpPr>
        <p:spPr/>
        <p:txBody>
          <a:bodyPr/>
          <a:lstStyle/>
          <a:p>
            <a:r>
              <a:rPr lang="en-US" dirty="0"/>
              <a:t>Simple Recurrent Nets (Elman nets)</a:t>
            </a:r>
          </a:p>
        </p:txBody>
      </p:sp>
      <p:sp>
        <p:nvSpPr>
          <p:cNvPr id="4" name="Rounded Rectangle 3">
            <a:extLst>
              <a:ext uri="{FF2B5EF4-FFF2-40B4-BE49-F238E27FC236}">
                <a16:creationId xmlns:a16="http://schemas.microsoft.com/office/drawing/2014/main" id="{F784E2E7-C6D1-376C-5285-7F664AAECF17}"/>
              </a:ext>
            </a:extLst>
          </p:cNvPr>
          <p:cNvSpPr/>
          <p:nvPr/>
        </p:nvSpPr>
        <p:spPr>
          <a:xfrm>
            <a:off x="4343400" y="3971234"/>
            <a:ext cx="3352800"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4000" baseline="-25000" dirty="0"/>
          </a:p>
        </p:txBody>
      </p:sp>
      <p:sp>
        <p:nvSpPr>
          <p:cNvPr id="5" name="Rounded Rectangle 4">
            <a:extLst>
              <a:ext uri="{FF2B5EF4-FFF2-40B4-BE49-F238E27FC236}">
                <a16:creationId xmlns:a16="http://schemas.microsoft.com/office/drawing/2014/main" id="{644E51E1-3A46-EB67-30A0-767F3260B54B}"/>
              </a:ext>
            </a:extLst>
          </p:cNvPr>
          <p:cNvSpPr/>
          <p:nvPr/>
        </p:nvSpPr>
        <p:spPr>
          <a:xfrm>
            <a:off x="4343400" y="1851437"/>
            <a:ext cx="3352800"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3BD52BD4-76AF-2A44-6EAB-68C43E485049}"/>
              </a:ext>
            </a:extLst>
          </p:cNvPr>
          <p:cNvSpPr/>
          <p:nvPr/>
        </p:nvSpPr>
        <p:spPr>
          <a:xfrm>
            <a:off x="5524500" y="2872960"/>
            <a:ext cx="990600" cy="685800"/>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DD689B3-9B41-FB7B-E734-599F95DA3AF2}"/>
              </a:ext>
            </a:extLst>
          </p:cNvPr>
          <p:cNvSpPr txBox="1"/>
          <p:nvPr/>
        </p:nvSpPr>
        <p:spPr>
          <a:xfrm>
            <a:off x="5751938" y="3932583"/>
            <a:ext cx="535724" cy="707886"/>
          </a:xfrm>
          <a:prstGeom prst="rect">
            <a:avLst/>
          </a:prstGeom>
          <a:noFill/>
        </p:spPr>
        <p:txBody>
          <a:bodyPr wrap="none" rtlCol="0">
            <a:spAutoFit/>
          </a:bodyPr>
          <a:lstStyle/>
          <a:p>
            <a:r>
              <a:rPr lang="en-US" sz="4000" dirty="0" err="1">
                <a:latin typeface="Helvetica" pitchFamily="2" charset="0"/>
              </a:rPr>
              <a:t>x</a:t>
            </a:r>
            <a:r>
              <a:rPr lang="en-US" sz="4000" baseline="-25000" dirty="0" err="1">
                <a:latin typeface="Helvetica" pitchFamily="2" charset="0"/>
              </a:rPr>
              <a:t>t</a:t>
            </a:r>
            <a:endParaRPr lang="en-US" sz="4000" baseline="-25000" dirty="0">
              <a:latin typeface="Helvetica" pitchFamily="2" charset="0"/>
            </a:endParaRPr>
          </a:p>
        </p:txBody>
      </p:sp>
      <p:sp>
        <p:nvSpPr>
          <p:cNvPr id="8" name="TextBox 7">
            <a:extLst>
              <a:ext uri="{FF2B5EF4-FFF2-40B4-BE49-F238E27FC236}">
                <a16:creationId xmlns:a16="http://schemas.microsoft.com/office/drawing/2014/main" id="{F4EC2630-AC94-18AB-8801-79299BAED54A}"/>
              </a:ext>
            </a:extLst>
          </p:cNvPr>
          <p:cNvSpPr txBox="1"/>
          <p:nvPr/>
        </p:nvSpPr>
        <p:spPr>
          <a:xfrm>
            <a:off x="5751938" y="1752600"/>
            <a:ext cx="535724" cy="707886"/>
          </a:xfrm>
          <a:prstGeom prst="rect">
            <a:avLst/>
          </a:prstGeom>
          <a:noFill/>
        </p:spPr>
        <p:txBody>
          <a:bodyPr wrap="none" rtlCol="0">
            <a:spAutoFit/>
          </a:bodyPr>
          <a:lstStyle/>
          <a:p>
            <a:r>
              <a:rPr lang="en-US" sz="4000" dirty="0" err="1">
                <a:latin typeface="Helvetica" pitchFamily="2" charset="0"/>
              </a:rPr>
              <a:t>y</a:t>
            </a:r>
            <a:r>
              <a:rPr lang="en-US" sz="4000" baseline="-25000" dirty="0" err="1">
                <a:latin typeface="Helvetica" pitchFamily="2" charset="0"/>
              </a:rPr>
              <a:t>t</a:t>
            </a:r>
            <a:endParaRPr lang="en-US" sz="4000" baseline="-25000" dirty="0">
              <a:latin typeface="Helvetica" pitchFamily="2" charset="0"/>
            </a:endParaRPr>
          </a:p>
        </p:txBody>
      </p:sp>
      <p:sp>
        <p:nvSpPr>
          <p:cNvPr id="9" name="TextBox 8">
            <a:extLst>
              <a:ext uri="{FF2B5EF4-FFF2-40B4-BE49-F238E27FC236}">
                <a16:creationId xmlns:a16="http://schemas.microsoft.com/office/drawing/2014/main" id="{D4A940DB-345D-2826-DA9C-1CDEB03971B5}"/>
              </a:ext>
            </a:extLst>
          </p:cNvPr>
          <p:cNvSpPr txBox="1"/>
          <p:nvPr/>
        </p:nvSpPr>
        <p:spPr>
          <a:xfrm>
            <a:off x="5737511" y="2827683"/>
            <a:ext cx="564578" cy="707886"/>
          </a:xfrm>
          <a:prstGeom prst="rect">
            <a:avLst/>
          </a:prstGeom>
          <a:noFill/>
        </p:spPr>
        <p:txBody>
          <a:bodyPr wrap="none" rtlCol="0">
            <a:spAutoFit/>
          </a:bodyPr>
          <a:lstStyle/>
          <a:p>
            <a:r>
              <a:rPr lang="en-US" sz="4000" dirty="0" err="1">
                <a:latin typeface="Helvetica" pitchFamily="2" charset="0"/>
              </a:rPr>
              <a:t>h</a:t>
            </a:r>
            <a:r>
              <a:rPr lang="en-US" sz="4000" baseline="-25000" dirty="0" err="1">
                <a:latin typeface="Helvetica" pitchFamily="2" charset="0"/>
              </a:rPr>
              <a:t>t</a:t>
            </a:r>
            <a:endParaRPr lang="en-US" sz="4000" baseline="-25000" dirty="0">
              <a:latin typeface="Helvetica" pitchFamily="2" charset="0"/>
            </a:endParaRPr>
          </a:p>
        </p:txBody>
      </p:sp>
      <p:cxnSp>
        <p:nvCxnSpPr>
          <p:cNvPr id="11" name="Straight Arrow Connector 10">
            <a:extLst>
              <a:ext uri="{FF2B5EF4-FFF2-40B4-BE49-F238E27FC236}">
                <a16:creationId xmlns:a16="http://schemas.microsoft.com/office/drawing/2014/main" id="{EF5EA529-049D-2771-DE14-807227429AC6}"/>
              </a:ext>
            </a:extLst>
          </p:cNvPr>
          <p:cNvCxnSpPr>
            <a:cxnSpLocks/>
          </p:cNvCxnSpPr>
          <p:nvPr/>
        </p:nvCxnSpPr>
        <p:spPr>
          <a:xfrm flipV="1">
            <a:off x="6019800" y="3558760"/>
            <a:ext cx="0" cy="41247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4" name="Content Placeholder 13">
            <a:extLst>
              <a:ext uri="{FF2B5EF4-FFF2-40B4-BE49-F238E27FC236}">
                <a16:creationId xmlns:a16="http://schemas.microsoft.com/office/drawing/2014/main" id="{163E194C-590C-1230-2335-CBB8E3C3B8C1}"/>
              </a:ext>
            </a:extLst>
          </p:cNvPr>
          <p:cNvSpPr txBox="1">
            <a:spLocks noGrp="1"/>
          </p:cNvSpPr>
          <p:nvPr>
            <p:ph idx="1"/>
          </p:nvPr>
        </p:nvSpPr>
        <p:spPr>
          <a:xfrm>
            <a:off x="1097280" y="5081104"/>
            <a:ext cx="9840066" cy="1230593"/>
          </a:xfrm>
          <a:prstGeom prst="rect">
            <a:avLst/>
          </a:prstGeom>
          <a:noFill/>
        </p:spPr>
        <p:txBody>
          <a:bodyPr wrap="none" rtlCol="0">
            <a:spAutoFit/>
          </a:bodyPr>
          <a:lstStyle/>
          <a:p>
            <a:r>
              <a:rPr lang="en-US" sz="3600" dirty="0">
                <a:latin typeface="Calibri" panose="020F0502020204030204" pitchFamily="34" charset="0"/>
                <a:cs typeface="Calibri" panose="020F0502020204030204" pitchFamily="34" charset="0"/>
              </a:rPr>
              <a:t>The hidden layer has a recurrence as part of its input</a:t>
            </a:r>
          </a:p>
          <a:p>
            <a:r>
              <a:rPr lang="en-US" sz="3600" dirty="0">
                <a:latin typeface="Calibri" panose="020F0502020204030204" pitchFamily="34" charset="0"/>
                <a:cs typeface="Calibri" panose="020F0502020204030204" pitchFamily="34" charset="0"/>
              </a:rPr>
              <a:t>The activation value </a:t>
            </a:r>
            <a:r>
              <a:rPr lang="en-US" sz="3600" dirty="0" err="1">
                <a:latin typeface="Calibri" panose="020F0502020204030204" pitchFamily="34" charset="0"/>
                <a:cs typeface="Calibri" panose="020F0502020204030204" pitchFamily="34" charset="0"/>
              </a:rPr>
              <a:t>h</a:t>
            </a:r>
            <a:r>
              <a:rPr lang="en-US" sz="4400" baseline="-25000" dirty="0" err="1">
                <a:latin typeface="Calibri" panose="020F0502020204030204" pitchFamily="34" charset="0"/>
                <a:cs typeface="Calibri" panose="020F0502020204030204" pitchFamily="34" charset="0"/>
              </a:rPr>
              <a:t>t</a:t>
            </a:r>
            <a:r>
              <a:rPr lang="en-US" sz="3600" dirty="0">
                <a:latin typeface="Calibri" panose="020F0502020204030204" pitchFamily="34" charset="0"/>
                <a:cs typeface="Calibri" panose="020F0502020204030204" pitchFamily="34" charset="0"/>
              </a:rPr>
              <a:t> depends on </a:t>
            </a:r>
            <a:r>
              <a:rPr lang="en-US" sz="3600" dirty="0" err="1">
                <a:latin typeface="Calibri" panose="020F0502020204030204" pitchFamily="34" charset="0"/>
                <a:cs typeface="Calibri" panose="020F0502020204030204" pitchFamily="34" charset="0"/>
              </a:rPr>
              <a:t>x</a:t>
            </a:r>
            <a:r>
              <a:rPr lang="en-US" sz="4400" baseline="-25000" dirty="0" err="1">
                <a:latin typeface="Calibri" panose="020F0502020204030204" pitchFamily="34" charset="0"/>
                <a:cs typeface="Calibri" panose="020F0502020204030204" pitchFamily="34" charset="0"/>
              </a:rPr>
              <a:t>t</a:t>
            </a:r>
            <a:r>
              <a:rPr lang="en-US" sz="3600" dirty="0">
                <a:latin typeface="Calibri" panose="020F0502020204030204" pitchFamily="34" charset="0"/>
                <a:cs typeface="Calibri" panose="020F0502020204030204" pitchFamily="34" charset="0"/>
              </a:rPr>
              <a:t> but also h</a:t>
            </a:r>
            <a:r>
              <a:rPr lang="en-US" sz="4400" baseline="-25000" dirty="0">
                <a:latin typeface="Calibri" panose="020F0502020204030204" pitchFamily="34" charset="0"/>
                <a:cs typeface="Calibri" panose="020F0502020204030204" pitchFamily="34" charset="0"/>
              </a:rPr>
              <a:t>t-1</a:t>
            </a:r>
            <a:r>
              <a:rPr lang="en-US" sz="3600" dirty="0">
                <a:latin typeface="Calibri" panose="020F0502020204030204" pitchFamily="34" charset="0"/>
                <a:cs typeface="Calibri" panose="020F0502020204030204" pitchFamily="34" charset="0"/>
              </a:rPr>
              <a:t>!</a:t>
            </a:r>
          </a:p>
        </p:txBody>
      </p:sp>
      <p:cxnSp>
        <p:nvCxnSpPr>
          <p:cNvPr id="15" name="Straight Arrow Connector 14">
            <a:extLst>
              <a:ext uri="{FF2B5EF4-FFF2-40B4-BE49-F238E27FC236}">
                <a16:creationId xmlns:a16="http://schemas.microsoft.com/office/drawing/2014/main" id="{E30D1E47-8C66-2392-73C8-90CFD8CD414E}"/>
              </a:ext>
            </a:extLst>
          </p:cNvPr>
          <p:cNvCxnSpPr>
            <a:cxnSpLocks/>
          </p:cNvCxnSpPr>
          <p:nvPr/>
        </p:nvCxnSpPr>
        <p:spPr>
          <a:xfrm flipH="1" flipV="1">
            <a:off x="6012587" y="2537237"/>
            <a:ext cx="14427" cy="367197"/>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sp>
        <p:nvSpPr>
          <p:cNvPr id="19" name="Freeform 18">
            <a:extLst>
              <a:ext uri="{FF2B5EF4-FFF2-40B4-BE49-F238E27FC236}">
                <a16:creationId xmlns:a16="http://schemas.microsoft.com/office/drawing/2014/main" id="{618DEC7D-D78D-D5DD-1BD6-9003D6F0F054}"/>
              </a:ext>
            </a:extLst>
          </p:cNvPr>
          <p:cNvSpPr/>
          <p:nvPr/>
        </p:nvSpPr>
        <p:spPr>
          <a:xfrm>
            <a:off x="5074252" y="2653548"/>
            <a:ext cx="682784" cy="1157941"/>
          </a:xfrm>
          <a:custGeom>
            <a:avLst/>
            <a:gdLst>
              <a:gd name="connsiteX0" fmla="*/ 785835 w 796142"/>
              <a:gd name="connsiteY0" fmla="*/ 287013 h 1210418"/>
              <a:gd name="connsiteX1" fmla="*/ 693070 w 796142"/>
              <a:gd name="connsiteY1" fmla="*/ 48473 h 1210418"/>
              <a:gd name="connsiteX2" fmla="*/ 43713 w 796142"/>
              <a:gd name="connsiteY2" fmla="*/ 101482 h 1210418"/>
              <a:gd name="connsiteX3" fmla="*/ 123226 w 796142"/>
              <a:gd name="connsiteY3" fmla="*/ 1055639 h 1210418"/>
              <a:gd name="connsiteX4" fmla="*/ 640061 w 796142"/>
              <a:gd name="connsiteY4" fmla="*/ 1201413 h 1210418"/>
              <a:gd name="connsiteX5" fmla="*/ 746079 w 796142"/>
              <a:gd name="connsiteY5" fmla="*/ 976126 h 1210418"/>
              <a:gd name="connsiteX0" fmla="*/ 737629 w 745664"/>
              <a:gd name="connsiteY0" fmla="*/ 240313 h 1160322"/>
              <a:gd name="connsiteX1" fmla="*/ 644864 w 745664"/>
              <a:gd name="connsiteY1" fmla="*/ 1773 h 1160322"/>
              <a:gd name="connsiteX2" fmla="*/ 63232 w 745664"/>
              <a:gd name="connsiteY2" fmla="*/ 183809 h 1160322"/>
              <a:gd name="connsiteX3" fmla="*/ 75020 w 745664"/>
              <a:gd name="connsiteY3" fmla="*/ 1008939 h 1160322"/>
              <a:gd name="connsiteX4" fmla="*/ 591855 w 745664"/>
              <a:gd name="connsiteY4" fmla="*/ 1154713 h 1160322"/>
              <a:gd name="connsiteX5" fmla="*/ 697873 w 745664"/>
              <a:gd name="connsiteY5" fmla="*/ 929426 h 1160322"/>
              <a:gd name="connsiteX0" fmla="*/ 744792 w 752827"/>
              <a:gd name="connsiteY0" fmla="*/ 240860 h 1183864"/>
              <a:gd name="connsiteX1" fmla="*/ 652027 w 752827"/>
              <a:gd name="connsiteY1" fmla="*/ 2320 h 1183864"/>
              <a:gd name="connsiteX2" fmla="*/ 70395 w 752827"/>
              <a:gd name="connsiteY2" fmla="*/ 184356 h 1183864"/>
              <a:gd name="connsiteX3" fmla="*/ 68638 w 752827"/>
              <a:gd name="connsiteY3" fmla="*/ 1081168 h 1183864"/>
              <a:gd name="connsiteX4" fmla="*/ 599018 w 752827"/>
              <a:gd name="connsiteY4" fmla="*/ 1155260 h 1183864"/>
              <a:gd name="connsiteX5" fmla="*/ 705036 w 752827"/>
              <a:gd name="connsiteY5" fmla="*/ 929973 h 1183864"/>
              <a:gd name="connsiteX0" fmla="*/ 745628 w 753663"/>
              <a:gd name="connsiteY0" fmla="*/ 240860 h 1259737"/>
              <a:gd name="connsiteX1" fmla="*/ 652863 w 753663"/>
              <a:gd name="connsiteY1" fmla="*/ 2320 h 1259737"/>
              <a:gd name="connsiteX2" fmla="*/ 71231 w 753663"/>
              <a:gd name="connsiteY2" fmla="*/ 184356 h 1259737"/>
              <a:gd name="connsiteX3" fmla="*/ 69474 w 753663"/>
              <a:gd name="connsiteY3" fmla="*/ 1081168 h 1259737"/>
              <a:gd name="connsiteX4" fmla="*/ 613400 w 753663"/>
              <a:gd name="connsiteY4" fmla="*/ 1255614 h 1259737"/>
              <a:gd name="connsiteX5" fmla="*/ 705872 w 753663"/>
              <a:gd name="connsiteY5" fmla="*/ 929973 h 1259737"/>
              <a:gd name="connsiteX0" fmla="*/ 731983 w 732737"/>
              <a:gd name="connsiteY0" fmla="*/ 227427 h 1246304"/>
              <a:gd name="connsiteX1" fmla="*/ 408954 w 732737"/>
              <a:gd name="connsiteY1" fmla="*/ 3225 h 1246304"/>
              <a:gd name="connsiteX2" fmla="*/ 57586 w 732737"/>
              <a:gd name="connsiteY2" fmla="*/ 170923 h 1246304"/>
              <a:gd name="connsiteX3" fmla="*/ 55829 w 732737"/>
              <a:gd name="connsiteY3" fmla="*/ 1067735 h 1246304"/>
              <a:gd name="connsiteX4" fmla="*/ 599755 w 732737"/>
              <a:gd name="connsiteY4" fmla="*/ 1242181 h 1246304"/>
              <a:gd name="connsiteX5" fmla="*/ 692227 w 732737"/>
              <a:gd name="connsiteY5" fmla="*/ 916540 h 1246304"/>
              <a:gd name="connsiteX0" fmla="*/ 731983 w 732737"/>
              <a:gd name="connsiteY0" fmla="*/ 166918 h 1243141"/>
              <a:gd name="connsiteX1" fmla="*/ 408954 w 732737"/>
              <a:gd name="connsiteY1" fmla="*/ 62 h 1243141"/>
              <a:gd name="connsiteX2" fmla="*/ 57586 w 732737"/>
              <a:gd name="connsiteY2" fmla="*/ 167760 h 1243141"/>
              <a:gd name="connsiteX3" fmla="*/ 55829 w 732737"/>
              <a:gd name="connsiteY3" fmla="*/ 1064572 h 1243141"/>
              <a:gd name="connsiteX4" fmla="*/ 599755 w 732737"/>
              <a:gd name="connsiteY4" fmla="*/ 1239018 h 1243141"/>
              <a:gd name="connsiteX5" fmla="*/ 692227 w 732737"/>
              <a:gd name="connsiteY5" fmla="*/ 913377 h 1243141"/>
              <a:gd name="connsiteX0" fmla="*/ 739513 w 757783"/>
              <a:gd name="connsiteY0" fmla="*/ 166918 h 1243141"/>
              <a:gd name="connsiteX1" fmla="*/ 416484 w 757783"/>
              <a:gd name="connsiteY1" fmla="*/ 62 h 1243141"/>
              <a:gd name="connsiteX2" fmla="*/ 65116 w 757783"/>
              <a:gd name="connsiteY2" fmla="*/ 167760 h 1243141"/>
              <a:gd name="connsiteX3" fmla="*/ 63359 w 757783"/>
              <a:gd name="connsiteY3" fmla="*/ 1064572 h 1243141"/>
              <a:gd name="connsiteX4" fmla="*/ 715645 w 757783"/>
              <a:gd name="connsiteY4" fmla="*/ 1239018 h 1243141"/>
              <a:gd name="connsiteX5" fmla="*/ 699757 w 757783"/>
              <a:gd name="connsiteY5" fmla="*/ 913377 h 1243141"/>
              <a:gd name="connsiteX0" fmla="*/ 693775 w 712046"/>
              <a:gd name="connsiteY0" fmla="*/ 168012 h 1275129"/>
              <a:gd name="connsiteX1" fmla="*/ 370746 w 712046"/>
              <a:gd name="connsiteY1" fmla="*/ 1156 h 1275129"/>
              <a:gd name="connsiteX2" fmla="*/ 19378 w 712046"/>
              <a:gd name="connsiteY2" fmla="*/ 168854 h 1275129"/>
              <a:gd name="connsiteX3" fmla="*/ 112436 w 712046"/>
              <a:gd name="connsiteY3" fmla="*/ 1166021 h 1275129"/>
              <a:gd name="connsiteX4" fmla="*/ 669907 w 712046"/>
              <a:gd name="connsiteY4" fmla="*/ 1240112 h 1275129"/>
              <a:gd name="connsiteX5" fmla="*/ 654019 w 712046"/>
              <a:gd name="connsiteY5" fmla="*/ 914471 h 1275129"/>
              <a:gd name="connsiteX0" fmla="*/ 689181 w 689935"/>
              <a:gd name="connsiteY0" fmla="*/ 168012 h 1230072"/>
              <a:gd name="connsiteX1" fmla="*/ 366152 w 689935"/>
              <a:gd name="connsiteY1" fmla="*/ 1156 h 1230072"/>
              <a:gd name="connsiteX2" fmla="*/ 14784 w 689935"/>
              <a:gd name="connsiteY2" fmla="*/ 168854 h 1230072"/>
              <a:gd name="connsiteX3" fmla="*/ 107842 w 689935"/>
              <a:gd name="connsiteY3" fmla="*/ 1166021 h 1230072"/>
              <a:gd name="connsiteX4" fmla="*/ 489229 w 689935"/>
              <a:gd name="connsiteY4" fmla="*/ 1125420 h 1230072"/>
              <a:gd name="connsiteX5" fmla="*/ 649425 w 689935"/>
              <a:gd name="connsiteY5" fmla="*/ 914471 h 1230072"/>
              <a:gd name="connsiteX0" fmla="*/ 700626 w 701380"/>
              <a:gd name="connsiteY0" fmla="*/ 166874 h 1151993"/>
              <a:gd name="connsiteX1" fmla="*/ 377597 w 701380"/>
              <a:gd name="connsiteY1" fmla="*/ 18 h 1151993"/>
              <a:gd name="connsiteX2" fmla="*/ 26229 w 701380"/>
              <a:gd name="connsiteY2" fmla="*/ 167716 h 1151993"/>
              <a:gd name="connsiteX3" fmla="*/ 78653 w 701380"/>
              <a:gd name="connsiteY3" fmla="*/ 1050191 h 1151993"/>
              <a:gd name="connsiteX4" fmla="*/ 500674 w 701380"/>
              <a:gd name="connsiteY4" fmla="*/ 1124282 h 1151993"/>
              <a:gd name="connsiteX5" fmla="*/ 660870 w 701380"/>
              <a:gd name="connsiteY5" fmla="*/ 913333 h 1151993"/>
              <a:gd name="connsiteX0" fmla="*/ 690813 w 691560"/>
              <a:gd name="connsiteY0" fmla="*/ 168597 h 1148500"/>
              <a:gd name="connsiteX1" fmla="*/ 367784 w 691560"/>
              <a:gd name="connsiteY1" fmla="*/ 1741 h 1148500"/>
              <a:gd name="connsiteX2" fmla="*/ 29962 w 691560"/>
              <a:gd name="connsiteY2" fmla="*/ 255457 h 1148500"/>
              <a:gd name="connsiteX3" fmla="*/ 68840 w 691560"/>
              <a:gd name="connsiteY3" fmla="*/ 1051914 h 1148500"/>
              <a:gd name="connsiteX4" fmla="*/ 490861 w 691560"/>
              <a:gd name="connsiteY4" fmla="*/ 1126005 h 1148500"/>
              <a:gd name="connsiteX5" fmla="*/ 651057 w 691560"/>
              <a:gd name="connsiteY5" fmla="*/ 915056 h 1148500"/>
              <a:gd name="connsiteX0" fmla="*/ 690813 w 691560"/>
              <a:gd name="connsiteY0" fmla="*/ 253774 h 1233677"/>
              <a:gd name="connsiteX1" fmla="*/ 367784 w 691560"/>
              <a:gd name="connsiteY1" fmla="*/ 899 h 1233677"/>
              <a:gd name="connsiteX2" fmla="*/ 29962 w 691560"/>
              <a:gd name="connsiteY2" fmla="*/ 340634 h 1233677"/>
              <a:gd name="connsiteX3" fmla="*/ 68840 w 691560"/>
              <a:gd name="connsiteY3" fmla="*/ 1137091 h 1233677"/>
              <a:gd name="connsiteX4" fmla="*/ 490861 w 691560"/>
              <a:gd name="connsiteY4" fmla="*/ 1211182 h 1233677"/>
              <a:gd name="connsiteX5" fmla="*/ 651057 w 691560"/>
              <a:gd name="connsiteY5" fmla="*/ 1000233 h 1233677"/>
              <a:gd name="connsiteX0" fmla="*/ 697121 w 697868"/>
              <a:gd name="connsiteY0" fmla="*/ 253774 h 1252679"/>
              <a:gd name="connsiteX1" fmla="*/ 374092 w 697868"/>
              <a:gd name="connsiteY1" fmla="*/ 899 h 1252679"/>
              <a:gd name="connsiteX2" fmla="*/ 36270 w 697868"/>
              <a:gd name="connsiteY2" fmla="*/ 340634 h 1252679"/>
              <a:gd name="connsiteX3" fmla="*/ 75148 w 697868"/>
              <a:gd name="connsiteY3" fmla="*/ 1137091 h 1252679"/>
              <a:gd name="connsiteX4" fmla="*/ 619074 w 697868"/>
              <a:gd name="connsiteY4" fmla="*/ 1239855 h 1252679"/>
              <a:gd name="connsiteX5" fmla="*/ 657365 w 697868"/>
              <a:gd name="connsiteY5" fmla="*/ 1000233 h 1252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868" h="1252679">
                <a:moveTo>
                  <a:pt x="697121" y="253774"/>
                </a:moveTo>
                <a:cubicBezTo>
                  <a:pt x="712582" y="149965"/>
                  <a:pt x="484234" y="-13578"/>
                  <a:pt x="374092" y="899"/>
                </a:cubicBezTo>
                <a:cubicBezTo>
                  <a:pt x="263950" y="15376"/>
                  <a:pt x="86094" y="151269"/>
                  <a:pt x="36270" y="340634"/>
                </a:cubicBezTo>
                <a:cubicBezTo>
                  <a:pt x="-13554" y="529999"/>
                  <a:pt x="-21986" y="987221"/>
                  <a:pt x="75148" y="1137091"/>
                </a:cubicBezTo>
                <a:cubicBezTo>
                  <a:pt x="172282" y="1286961"/>
                  <a:pt x="515265" y="1253107"/>
                  <a:pt x="619074" y="1239855"/>
                </a:cubicBezTo>
                <a:cubicBezTo>
                  <a:pt x="722883" y="1226603"/>
                  <a:pt x="656260" y="1106250"/>
                  <a:pt x="657365" y="1000233"/>
                </a:cubicBezTo>
              </a:path>
            </a:pathLst>
          </a:custGeom>
          <a:noFill/>
          <a:ln w="38100">
            <a:solidFill>
              <a:schemeClr val="tx1"/>
            </a:solidFill>
            <a:prstDash val="sysDot"/>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3500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DCB49-E3E7-9699-AD99-B73FCEF3C3C4}"/>
              </a:ext>
            </a:extLst>
          </p:cNvPr>
          <p:cNvSpPr>
            <a:spLocks noGrp="1"/>
          </p:cNvSpPr>
          <p:nvPr>
            <p:ph type="title"/>
          </p:nvPr>
        </p:nvSpPr>
        <p:spPr/>
        <p:txBody>
          <a:bodyPr/>
          <a:lstStyle/>
          <a:p>
            <a:r>
              <a:rPr lang="en-US" dirty="0"/>
              <a:t>Forward inference in simple RNNs</a:t>
            </a:r>
          </a:p>
        </p:txBody>
      </p:sp>
      <p:sp>
        <p:nvSpPr>
          <p:cNvPr id="3" name="Content Placeholder 2">
            <a:extLst>
              <a:ext uri="{FF2B5EF4-FFF2-40B4-BE49-F238E27FC236}">
                <a16:creationId xmlns:a16="http://schemas.microsoft.com/office/drawing/2014/main" id="{FB6C1E98-D3A6-95A4-D63A-915A4E445E9C}"/>
              </a:ext>
            </a:extLst>
          </p:cNvPr>
          <p:cNvSpPr>
            <a:spLocks noGrp="1"/>
          </p:cNvSpPr>
          <p:nvPr>
            <p:ph idx="1"/>
          </p:nvPr>
        </p:nvSpPr>
        <p:spPr/>
        <p:txBody>
          <a:bodyPr>
            <a:normAutofit/>
          </a:bodyPr>
          <a:lstStyle/>
          <a:p>
            <a:r>
              <a:rPr lang="en-US" sz="3200" dirty="0"/>
              <a:t>Very similar to the feedforward networks we've seen!</a:t>
            </a:r>
          </a:p>
        </p:txBody>
      </p:sp>
    </p:spTree>
    <p:extLst>
      <p:ext uri="{BB962C8B-B14F-4D97-AF65-F5344CB8AC3E}">
        <p14:creationId xmlns:p14="http://schemas.microsoft.com/office/powerpoint/2010/main" val="1294806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ADC888F-CA29-5454-D5B2-143F6A06F307}"/>
              </a:ext>
            </a:extLst>
          </p:cNvPr>
          <p:cNvPicPr>
            <a:picLocks noGrp="1" noChangeAspect="1"/>
          </p:cNvPicPr>
          <p:nvPr>
            <p:ph idx="1"/>
          </p:nvPr>
        </p:nvPicPr>
        <p:blipFill>
          <a:blip r:embed="rId3"/>
          <a:stretch>
            <a:fillRect/>
          </a:stretch>
        </p:blipFill>
        <p:spPr>
          <a:xfrm>
            <a:off x="1733550" y="914400"/>
            <a:ext cx="8724900" cy="3520574"/>
          </a:xfrm>
        </p:spPr>
      </p:pic>
      <p:sp>
        <p:nvSpPr>
          <p:cNvPr id="2" name="Title 1">
            <a:extLst>
              <a:ext uri="{FF2B5EF4-FFF2-40B4-BE49-F238E27FC236}">
                <a16:creationId xmlns:a16="http://schemas.microsoft.com/office/drawing/2014/main" id="{1544C9EB-7BE5-3989-E782-122A2EF314B5}"/>
              </a:ext>
            </a:extLst>
          </p:cNvPr>
          <p:cNvSpPr>
            <a:spLocks noGrp="1"/>
          </p:cNvSpPr>
          <p:nvPr>
            <p:ph type="title"/>
          </p:nvPr>
        </p:nvSpPr>
        <p:spPr>
          <a:xfrm>
            <a:off x="1066800" y="289867"/>
            <a:ext cx="10058400" cy="907196"/>
          </a:xfrm>
        </p:spPr>
        <p:txBody>
          <a:bodyPr>
            <a:noAutofit/>
          </a:bodyPr>
          <a:lstStyle/>
          <a:p>
            <a:r>
              <a:rPr lang="en-US" sz="4000" dirty="0">
                <a:effectLst/>
              </a:rPr>
              <a:t>Simple recurrent neural network illustrated as a feedforward network </a:t>
            </a:r>
            <a:endParaRPr lang="en-US" sz="4000" dirty="0"/>
          </a:p>
        </p:txBody>
      </p:sp>
      <p:pic>
        <p:nvPicPr>
          <p:cNvPr id="7" name="Picture 6">
            <a:extLst>
              <a:ext uri="{FF2B5EF4-FFF2-40B4-BE49-F238E27FC236}">
                <a16:creationId xmlns:a16="http://schemas.microsoft.com/office/drawing/2014/main" id="{9776FB62-49C7-4B49-84AB-AD432CBC376C}"/>
              </a:ext>
            </a:extLst>
          </p:cNvPr>
          <p:cNvPicPr>
            <a:picLocks noChangeAspect="1"/>
          </p:cNvPicPr>
          <p:nvPr/>
        </p:nvPicPr>
        <p:blipFill>
          <a:blip r:embed="rId4"/>
          <a:srcRect b="46593"/>
          <a:stretch/>
        </p:blipFill>
        <p:spPr>
          <a:xfrm>
            <a:off x="3810000" y="4737101"/>
            <a:ext cx="5847489" cy="977899"/>
          </a:xfrm>
          <a:prstGeom prst="rect">
            <a:avLst/>
          </a:prstGeom>
        </p:spPr>
      </p:pic>
      <p:pic>
        <p:nvPicPr>
          <p:cNvPr id="8" name="Picture 7">
            <a:extLst>
              <a:ext uri="{FF2B5EF4-FFF2-40B4-BE49-F238E27FC236}">
                <a16:creationId xmlns:a16="http://schemas.microsoft.com/office/drawing/2014/main" id="{7CFF7C05-B297-6F3B-3665-7B1D16102456}"/>
              </a:ext>
            </a:extLst>
          </p:cNvPr>
          <p:cNvPicPr>
            <a:picLocks noChangeAspect="1"/>
          </p:cNvPicPr>
          <p:nvPr/>
        </p:nvPicPr>
        <p:blipFill>
          <a:blip r:embed="rId5"/>
          <a:stretch>
            <a:fillRect/>
          </a:stretch>
        </p:blipFill>
        <p:spPr>
          <a:xfrm>
            <a:off x="3903133" y="5839416"/>
            <a:ext cx="4936067" cy="737573"/>
          </a:xfrm>
          <a:prstGeom prst="rect">
            <a:avLst/>
          </a:prstGeom>
        </p:spPr>
      </p:pic>
    </p:spTree>
    <p:extLst>
      <p:ext uri="{BB962C8B-B14F-4D97-AF65-F5344CB8AC3E}">
        <p14:creationId xmlns:p14="http://schemas.microsoft.com/office/powerpoint/2010/main" val="2073894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7B583-F454-A642-C3C9-0AB01A2D3112}"/>
              </a:ext>
            </a:extLst>
          </p:cNvPr>
          <p:cNvSpPr>
            <a:spLocks noGrp="1"/>
          </p:cNvSpPr>
          <p:nvPr>
            <p:ph type="title"/>
          </p:nvPr>
        </p:nvSpPr>
        <p:spPr/>
        <p:txBody>
          <a:bodyPr/>
          <a:lstStyle/>
          <a:p>
            <a:r>
              <a:rPr lang="en-US" dirty="0"/>
              <a:t>Inference has to be incremental</a:t>
            </a:r>
          </a:p>
        </p:txBody>
      </p:sp>
      <p:sp>
        <p:nvSpPr>
          <p:cNvPr id="3" name="Content Placeholder 2">
            <a:extLst>
              <a:ext uri="{FF2B5EF4-FFF2-40B4-BE49-F238E27FC236}">
                <a16:creationId xmlns:a16="http://schemas.microsoft.com/office/drawing/2014/main" id="{B65B73BA-3288-B432-CC03-57DED83CDD97}"/>
              </a:ext>
            </a:extLst>
          </p:cNvPr>
          <p:cNvSpPr>
            <a:spLocks noGrp="1"/>
          </p:cNvSpPr>
          <p:nvPr>
            <p:ph idx="1"/>
          </p:nvPr>
        </p:nvSpPr>
        <p:spPr/>
        <p:txBody>
          <a:bodyPr/>
          <a:lstStyle/>
          <a:p>
            <a:r>
              <a:rPr lang="en-US" dirty="0"/>
              <a:t>Computing h at time t requires that we first computed h at the previous time step!</a:t>
            </a:r>
          </a:p>
        </p:txBody>
      </p:sp>
      <p:pic>
        <p:nvPicPr>
          <p:cNvPr id="4" name="Picture 3">
            <a:extLst>
              <a:ext uri="{FF2B5EF4-FFF2-40B4-BE49-F238E27FC236}">
                <a16:creationId xmlns:a16="http://schemas.microsoft.com/office/drawing/2014/main" id="{37FAFA92-148F-D4F9-430A-2A6AD1DCA2DE}"/>
              </a:ext>
            </a:extLst>
          </p:cNvPr>
          <p:cNvPicPr>
            <a:picLocks noChangeAspect="1"/>
          </p:cNvPicPr>
          <p:nvPr/>
        </p:nvPicPr>
        <p:blipFill>
          <a:blip r:embed="rId2"/>
          <a:stretch>
            <a:fillRect/>
          </a:stretch>
        </p:blipFill>
        <p:spPr>
          <a:xfrm>
            <a:off x="2209800" y="3048000"/>
            <a:ext cx="8336139" cy="2647950"/>
          </a:xfrm>
          <a:prstGeom prst="rect">
            <a:avLst/>
          </a:prstGeom>
        </p:spPr>
      </p:pic>
    </p:spTree>
    <p:extLst>
      <p:ext uri="{BB962C8B-B14F-4D97-AF65-F5344CB8AC3E}">
        <p14:creationId xmlns:p14="http://schemas.microsoft.com/office/powerpoint/2010/main" val="1140217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57148-B5C1-4307-5E6A-02EF2F81D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B6346-DCF3-352B-E9B2-72A17002941F}"/>
              </a:ext>
            </a:extLst>
          </p:cNvPr>
          <p:cNvSpPr>
            <a:spLocks noGrp="1"/>
          </p:cNvSpPr>
          <p:nvPr>
            <p:ph type="title"/>
          </p:nvPr>
        </p:nvSpPr>
        <p:spPr/>
        <p:txBody>
          <a:bodyPr/>
          <a:lstStyle/>
          <a:p>
            <a:r>
              <a:rPr lang="en-US" dirty="0"/>
              <a:t>Training in simple RNNs</a:t>
            </a:r>
          </a:p>
        </p:txBody>
      </p:sp>
      <p:pic>
        <p:nvPicPr>
          <p:cNvPr id="6" name="Content Placeholder 4">
            <a:extLst>
              <a:ext uri="{FF2B5EF4-FFF2-40B4-BE49-F238E27FC236}">
                <a16:creationId xmlns:a16="http://schemas.microsoft.com/office/drawing/2014/main" id="{B5D5B4E3-6A3E-9C06-4746-0A9BBE6885F1}"/>
              </a:ext>
            </a:extLst>
          </p:cNvPr>
          <p:cNvPicPr>
            <a:picLocks noChangeAspect="1"/>
          </p:cNvPicPr>
          <p:nvPr/>
        </p:nvPicPr>
        <p:blipFill>
          <a:blip r:embed="rId2"/>
          <a:stretch>
            <a:fillRect/>
          </a:stretch>
        </p:blipFill>
        <p:spPr>
          <a:xfrm>
            <a:off x="6374674" y="1365068"/>
            <a:ext cx="5492645" cy="2216331"/>
          </a:xfrm>
          <a:prstGeom prst="rect">
            <a:avLst/>
          </a:prstGeom>
        </p:spPr>
      </p:pic>
      <p:sp>
        <p:nvSpPr>
          <p:cNvPr id="3" name="Content Placeholder 2">
            <a:extLst>
              <a:ext uri="{FF2B5EF4-FFF2-40B4-BE49-F238E27FC236}">
                <a16:creationId xmlns:a16="http://schemas.microsoft.com/office/drawing/2014/main" id="{82E6C36E-5154-BBDF-AB43-545EC58C8FB8}"/>
              </a:ext>
            </a:extLst>
          </p:cNvPr>
          <p:cNvSpPr>
            <a:spLocks noGrp="1"/>
          </p:cNvSpPr>
          <p:nvPr>
            <p:ph idx="1"/>
          </p:nvPr>
        </p:nvSpPr>
        <p:spPr>
          <a:xfrm>
            <a:off x="838201" y="1219200"/>
            <a:ext cx="11353800" cy="5181600"/>
          </a:xfrm>
        </p:spPr>
        <p:txBody>
          <a:bodyPr>
            <a:normAutofit/>
          </a:bodyPr>
          <a:lstStyle/>
          <a:p>
            <a:pPr marL="0" indent="0">
              <a:buNone/>
            </a:pPr>
            <a:r>
              <a:rPr lang="en-US" dirty="0">
                <a:effectLst/>
                <a:latin typeface="Calibri" panose="020F0502020204030204" pitchFamily="34" charset="0"/>
                <a:cs typeface="Calibri" panose="020F0502020204030204" pitchFamily="34" charset="0"/>
              </a:rPr>
              <a:t>Just like feedforward training:</a:t>
            </a:r>
          </a:p>
          <a:p>
            <a:pPr marL="342900" indent="-342900">
              <a:buFont typeface="Arial" panose="020B0604020202020204" pitchFamily="34" charset="0"/>
              <a:buChar char="•"/>
            </a:pPr>
            <a:r>
              <a:rPr lang="en-US" dirty="0">
                <a:effectLst/>
                <a:latin typeface="Calibri" panose="020F0502020204030204" pitchFamily="34" charset="0"/>
                <a:cs typeface="Calibri" panose="020F0502020204030204" pitchFamily="34" charset="0"/>
              </a:rPr>
              <a:t>training set, </a:t>
            </a:r>
          </a:p>
          <a:p>
            <a:pPr marL="342900" indent="-342900">
              <a:buFont typeface="Arial" panose="020B0604020202020204" pitchFamily="34" charset="0"/>
              <a:buChar char="•"/>
            </a:pPr>
            <a:r>
              <a:rPr lang="en-US" dirty="0">
                <a:effectLst/>
                <a:latin typeface="Calibri" panose="020F0502020204030204" pitchFamily="34" charset="0"/>
                <a:cs typeface="Calibri" panose="020F0502020204030204" pitchFamily="34" charset="0"/>
              </a:rPr>
              <a:t>a loss function, </a:t>
            </a:r>
          </a:p>
          <a:p>
            <a:pPr marL="342900" indent="-342900">
              <a:buFont typeface="Arial" panose="020B0604020202020204" pitchFamily="34" charset="0"/>
              <a:buChar char="•"/>
            </a:pPr>
            <a:r>
              <a:rPr lang="en-US" dirty="0">
                <a:effectLst/>
                <a:latin typeface="Calibri" panose="020F0502020204030204" pitchFamily="34" charset="0"/>
                <a:cs typeface="Calibri" panose="020F0502020204030204" pitchFamily="34" charset="0"/>
              </a:rPr>
              <a:t>backpropagation </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en-US" dirty="0">
                <a:effectLst/>
                <a:latin typeface="Calibri" panose="020F0502020204030204" pitchFamily="34" charset="0"/>
                <a:cs typeface="Calibri" panose="020F0502020204030204" pitchFamily="34" charset="0"/>
              </a:rPr>
              <a:t>Weights that need to be updated:</a:t>
            </a:r>
          </a:p>
          <a:p>
            <a:pPr marL="342900" indent="-342900">
              <a:buFont typeface="Arial" panose="020B0604020202020204" pitchFamily="34" charset="0"/>
              <a:buChar char="•"/>
            </a:pPr>
            <a:r>
              <a:rPr lang="en-US" b="1" dirty="0">
                <a:effectLst/>
                <a:latin typeface="Calibri" panose="020F0502020204030204" pitchFamily="34" charset="0"/>
                <a:cs typeface="Calibri" panose="020F0502020204030204" pitchFamily="34" charset="0"/>
              </a:rPr>
              <a:t>W</a:t>
            </a:r>
            <a:r>
              <a:rPr lang="en-US" dirty="0">
                <a:effectLst/>
                <a:latin typeface="Calibri" panose="020F0502020204030204" pitchFamily="34" charset="0"/>
                <a:cs typeface="Calibri" panose="020F0502020204030204" pitchFamily="34" charset="0"/>
              </a:rPr>
              <a:t>, the weights from the input layer to the hidden layer, </a:t>
            </a:r>
          </a:p>
          <a:p>
            <a:pPr marL="342900" indent="-342900">
              <a:buFont typeface="Arial" panose="020B0604020202020204" pitchFamily="34" charset="0"/>
              <a:buChar char="•"/>
            </a:pPr>
            <a:r>
              <a:rPr lang="en-US" b="1" dirty="0">
                <a:effectLst/>
                <a:latin typeface="Calibri" panose="020F0502020204030204" pitchFamily="34" charset="0"/>
                <a:cs typeface="Calibri" panose="020F0502020204030204" pitchFamily="34" charset="0"/>
              </a:rPr>
              <a:t>U</a:t>
            </a:r>
            <a:r>
              <a:rPr lang="en-US" dirty="0">
                <a:effectLst/>
                <a:latin typeface="Calibri" panose="020F0502020204030204" pitchFamily="34" charset="0"/>
                <a:cs typeface="Calibri" panose="020F0502020204030204" pitchFamily="34" charset="0"/>
              </a:rPr>
              <a:t>, the weights from the previous hidden layer to the current hidden layer, </a:t>
            </a:r>
          </a:p>
          <a:p>
            <a:pPr marL="342900" indent="-342900">
              <a:buFont typeface="Arial" panose="020B0604020202020204" pitchFamily="34" charset="0"/>
              <a:buChar char="•"/>
            </a:pPr>
            <a:r>
              <a:rPr lang="en-US" dirty="0">
                <a:effectLst/>
                <a:latin typeface="Calibri" panose="020F0502020204030204" pitchFamily="34" charset="0"/>
                <a:cs typeface="Calibri" panose="020F0502020204030204" pitchFamily="34" charset="0"/>
              </a:rPr>
              <a:t>V</a:t>
            </a:r>
            <a:r>
              <a:rPr lang="en-US" b="1" dirty="0">
                <a:effectLst/>
                <a:latin typeface="Calibri" panose="020F0502020204030204" pitchFamily="34" charset="0"/>
                <a:cs typeface="Calibri" panose="020F0502020204030204" pitchFamily="34" charset="0"/>
              </a:rPr>
              <a:t>,</a:t>
            </a:r>
            <a:r>
              <a:rPr lang="en-US" dirty="0">
                <a:effectLst/>
                <a:latin typeface="Calibri" panose="020F0502020204030204" pitchFamily="34" charset="0"/>
                <a:cs typeface="Calibri" panose="020F0502020204030204" pitchFamily="34" charset="0"/>
              </a:rPr>
              <a:t> the weights from the hidden layer to the output layer. </a:t>
            </a:r>
            <a:endParaRPr lang="en-US" dirty="0">
              <a:latin typeface="Calibri" panose="020F0502020204030204" pitchFamily="34" charset="0"/>
              <a:cs typeface="Calibri" panose="020F0502020204030204" pitchFamily="34" charset="0"/>
            </a:endParaRPr>
          </a:p>
          <a:p>
            <a:endParaRPr lang="en-US" sz="2400" dirty="0">
              <a:latin typeface="Calibri" panose="020F0502020204030204" pitchFamily="34" charset="0"/>
              <a:cs typeface="Calibri" panose="020F0502020204030204" pitchFamily="34" charset="0"/>
            </a:endParaRPr>
          </a:p>
          <a:p>
            <a:endParaRPr lang="en-US" sz="3200" dirty="0"/>
          </a:p>
        </p:txBody>
      </p:sp>
    </p:spTree>
    <p:extLst>
      <p:ext uri="{BB962C8B-B14F-4D97-AF65-F5344CB8AC3E}">
        <p14:creationId xmlns:p14="http://schemas.microsoft.com/office/powerpoint/2010/main" val="8119697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DB39C-FC3C-60EA-CB69-8913A8BD8AF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F19D01-2D5F-4319-A8C6-E3EE81654409}"/>
              </a:ext>
            </a:extLst>
          </p:cNvPr>
          <p:cNvPicPr>
            <a:picLocks noChangeAspect="1"/>
          </p:cNvPicPr>
          <p:nvPr/>
        </p:nvPicPr>
        <p:blipFill>
          <a:blip r:embed="rId2"/>
          <a:stretch>
            <a:fillRect/>
          </a:stretch>
        </p:blipFill>
        <p:spPr>
          <a:xfrm>
            <a:off x="6344920" y="2133600"/>
            <a:ext cx="5847080" cy="3571416"/>
          </a:xfrm>
          <a:prstGeom prst="rect">
            <a:avLst/>
          </a:prstGeom>
        </p:spPr>
      </p:pic>
      <p:sp>
        <p:nvSpPr>
          <p:cNvPr id="2" name="Title 1">
            <a:extLst>
              <a:ext uri="{FF2B5EF4-FFF2-40B4-BE49-F238E27FC236}">
                <a16:creationId xmlns:a16="http://schemas.microsoft.com/office/drawing/2014/main" id="{4BE08AA1-534C-7142-BA4A-86047BEA42F4}"/>
              </a:ext>
            </a:extLst>
          </p:cNvPr>
          <p:cNvSpPr>
            <a:spLocks noGrp="1"/>
          </p:cNvSpPr>
          <p:nvPr>
            <p:ph type="title"/>
          </p:nvPr>
        </p:nvSpPr>
        <p:spPr/>
        <p:txBody>
          <a:bodyPr>
            <a:normAutofit fontScale="90000"/>
          </a:bodyPr>
          <a:lstStyle/>
          <a:p>
            <a:r>
              <a:rPr lang="en-US" dirty="0"/>
              <a:t>Training in simple RNNs: unrolling in time</a:t>
            </a:r>
          </a:p>
        </p:txBody>
      </p:sp>
      <p:sp>
        <p:nvSpPr>
          <p:cNvPr id="3" name="Content Placeholder 2">
            <a:extLst>
              <a:ext uri="{FF2B5EF4-FFF2-40B4-BE49-F238E27FC236}">
                <a16:creationId xmlns:a16="http://schemas.microsoft.com/office/drawing/2014/main" id="{EF791BE3-FE63-5C9B-DECA-E497DF9438FC}"/>
              </a:ext>
            </a:extLst>
          </p:cNvPr>
          <p:cNvSpPr>
            <a:spLocks noGrp="1"/>
          </p:cNvSpPr>
          <p:nvPr>
            <p:ph idx="1"/>
          </p:nvPr>
        </p:nvSpPr>
        <p:spPr>
          <a:xfrm>
            <a:off x="838201" y="1295399"/>
            <a:ext cx="5506720" cy="5402997"/>
          </a:xfrm>
        </p:spPr>
        <p:txBody>
          <a:bodyPr>
            <a:normAutofit/>
          </a:bodyPr>
          <a:lstStyle/>
          <a:p>
            <a:r>
              <a:rPr lang="en-US" sz="2400" b="1" dirty="0">
                <a:effectLst/>
                <a:latin typeface="Calibri" panose="020F0502020204030204" pitchFamily="34" charset="0"/>
                <a:cs typeface="Calibri" panose="020F0502020204030204" pitchFamily="34" charset="0"/>
              </a:rPr>
              <a:t>Unlike feedforward networks:</a:t>
            </a:r>
          </a:p>
          <a:p>
            <a:r>
              <a:rPr lang="en-US" sz="2400" dirty="0">
                <a:effectLst/>
                <a:latin typeface="Calibri" panose="020F0502020204030204" pitchFamily="34" charset="0"/>
                <a:cs typeface="Calibri" panose="020F0502020204030204" pitchFamily="34" charset="0"/>
              </a:rPr>
              <a:t>1. To compute loss function for the output at time </a:t>
            </a:r>
            <a:r>
              <a:rPr lang="en-US" sz="2400" i="1" dirty="0">
                <a:effectLst/>
                <a:latin typeface="Calibri" panose="020F0502020204030204" pitchFamily="34" charset="0"/>
                <a:cs typeface="Calibri" panose="020F0502020204030204" pitchFamily="34" charset="0"/>
              </a:rPr>
              <a:t>t </a:t>
            </a:r>
            <a:r>
              <a:rPr lang="en-US" sz="2400" dirty="0">
                <a:effectLst/>
                <a:latin typeface="Calibri" panose="020F0502020204030204" pitchFamily="34" charset="0"/>
                <a:cs typeface="Calibri" panose="020F0502020204030204" pitchFamily="34" charset="0"/>
              </a:rPr>
              <a:t>we need the hidden layer from time </a:t>
            </a:r>
            <a:r>
              <a:rPr lang="en-US" sz="2400" i="1" dirty="0">
                <a:effectLst/>
                <a:latin typeface="Calibri" panose="020F0502020204030204" pitchFamily="34" charset="0"/>
                <a:cs typeface="Calibri" panose="020F0502020204030204" pitchFamily="34" charset="0"/>
              </a:rPr>
              <a:t>t </a:t>
            </a:r>
            <a:r>
              <a:rPr lang="en-US" sz="2400" dirty="0">
                <a:effectLst/>
                <a:latin typeface="Calibri" panose="020F0502020204030204" pitchFamily="34" charset="0"/>
                <a:cs typeface="Calibri" panose="020F0502020204030204" pitchFamily="34" charset="0"/>
              </a:rPr>
              <a:t>− 1. </a:t>
            </a:r>
          </a:p>
          <a:p>
            <a:r>
              <a:rPr lang="en-US" sz="2400" dirty="0">
                <a:effectLst/>
                <a:latin typeface="Calibri" panose="020F0502020204030204" pitchFamily="34" charset="0"/>
                <a:cs typeface="Calibri" panose="020F0502020204030204" pitchFamily="34" charset="0"/>
              </a:rPr>
              <a:t>2. hidden layer at time </a:t>
            </a:r>
            <a:r>
              <a:rPr lang="en-US" sz="2400" i="1" dirty="0">
                <a:effectLst/>
                <a:latin typeface="Calibri" panose="020F0502020204030204" pitchFamily="34" charset="0"/>
                <a:cs typeface="Calibri" panose="020F0502020204030204" pitchFamily="34" charset="0"/>
              </a:rPr>
              <a:t>t </a:t>
            </a:r>
            <a:r>
              <a:rPr lang="en-US" sz="2400" dirty="0">
                <a:effectLst/>
                <a:latin typeface="Calibri" panose="020F0502020204030204" pitchFamily="34" charset="0"/>
                <a:cs typeface="Calibri" panose="020F0502020204030204" pitchFamily="34" charset="0"/>
              </a:rPr>
              <a:t>influences the output at time </a:t>
            </a:r>
            <a:r>
              <a:rPr lang="en-US" sz="2400" i="1" dirty="0">
                <a:effectLst/>
                <a:latin typeface="Calibri" panose="020F0502020204030204" pitchFamily="34" charset="0"/>
                <a:cs typeface="Calibri" panose="020F0502020204030204" pitchFamily="34" charset="0"/>
              </a:rPr>
              <a:t>t </a:t>
            </a:r>
            <a:r>
              <a:rPr lang="en-US" sz="2400" dirty="0">
                <a:effectLst/>
                <a:latin typeface="Calibri" panose="020F0502020204030204" pitchFamily="34" charset="0"/>
                <a:cs typeface="Calibri" panose="020F0502020204030204" pitchFamily="34" charset="0"/>
              </a:rPr>
              <a:t>and hidden layer at time </a:t>
            </a:r>
            <a:r>
              <a:rPr lang="en-US" sz="2400" i="1" dirty="0">
                <a:effectLst/>
                <a:latin typeface="Calibri" panose="020F0502020204030204" pitchFamily="34" charset="0"/>
                <a:cs typeface="Calibri" panose="020F0502020204030204" pitchFamily="34" charset="0"/>
              </a:rPr>
              <a:t>t+1</a:t>
            </a:r>
            <a:r>
              <a:rPr lang="en-US" sz="2400" dirty="0">
                <a:effectLst/>
                <a:latin typeface="Calibri" panose="020F0502020204030204" pitchFamily="34" charset="0"/>
                <a:cs typeface="Calibri" panose="020F0502020204030204" pitchFamily="34" charset="0"/>
              </a:rPr>
              <a:t> (and hence the output and loss at </a:t>
            </a:r>
            <a:r>
              <a:rPr lang="en-US" sz="2400" i="1" dirty="0">
                <a:effectLst/>
                <a:latin typeface="Calibri" panose="020F0502020204030204" pitchFamily="34" charset="0"/>
                <a:cs typeface="Calibri" panose="020F0502020204030204" pitchFamily="34" charset="0"/>
              </a:rPr>
              <a:t>t</a:t>
            </a:r>
            <a:r>
              <a:rPr lang="en-US" sz="2400" dirty="0">
                <a:effectLst/>
                <a:latin typeface="Calibri" panose="020F0502020204030204" pitchFamily="34" charset="0"/>
                <a:cs typeface="Calibri" panose="020F0502020204030204" pitchFamily="34" charset="0"/>
              </a:rPr>
              <a:t>+1).</a:t>
            </a:r>
          </a:p>
          <a:p>
            <a:r>
              <a:rPr lang="en-US" sz="2400" b="1" dirty="0">
                <a:effectLst/>
                <a:latin typeface="Calibri" panose="020F0502020204030204" pitchFamily="34" charset="0"/>
                <a:cs typeface="Calibri" panose="020F0502020204030204" pitchFamily="34" charset="0"/>
              </a:rPr>
              <a:t>So: to  measure error accruing to </a:t>
            </a:r>
            <a:r>
              <a:rPr lang="en-US" sz="2400" b="1" dirty="0" err="1">
                <a:effectLst/>
                <a:latin typeface="Calibri" panose="020F0502020204030204" pitchFamily="34" charset="0"/>
                <a:cs typeface="Calibri" panose="020F0502020204030204" pitchFamily="34" charset="0"/>
              </a:rPr>
              <a:t>h</a:t>
            </a:r>
            <a:r>
              <a:rPr lang="en-US" sz="3800" b="1" i="1" baseline="-25000" dirty="0" err="1">
                <a:effectLst/>
                <a:latin typeface="Calibri" panose="020F0502020204030204" pitchFamily="34" charset="0"/>
                <a:cs typeface="Calibri" panose="020F0502020204030204" pitchFamily="34" charset="0"/>
              </a:rPr>
              <a:t>t</a:t>
            </a:r>
            <a:r>
              <a:rPr lang="en-US" sz="2400" b="1" dirty="0">
                <a:effectLst/>
                <a:latin typeface="Calibri" panose="020F0502020204030204" pitchFamily="34" charset="0"/>
                <a:cs typeface="Calibri" panose="020F0502020204030204" pitchFamily="34" charset="0"/>
              </a:rPr>
              <a:t>,  </a:t>
            </a:r>
          </a:p>
          <a:p>
            <a:pPr marL="342900" indent="-342900">
              <a:buFont typeface="Arial" panose="020B0604020202020204" pitchFamily="34" charset="0"/>
              <a:buChar char="•"/>
            </a:pPr>
            <a:r>
              <a:rPr lang="en-US" sz="2400" dirty="0">
                <a:effectLst/>
                <a:latin typeface="Calibri" panose="020F0502020204030204" pitchFamily="34" charset="0"/>
                <a:cs typeface="Calibri" panose="020F0502020204030204" pitchFamily="34" charset="0"/>
              </a:rPr>
              <a:t>need to know its influence on both the current output </a:t>
            </a:r>
            <a:r>
              <a:rPr lang="en-US" sz="2400" i="1" dirty="0">
                <a:effectLst/>
                <a:latin typeface="Calibri" panose="020F0502020204030204" pitchFamily="34" charset="0"/>
                <a:cs typeface="Calibri" panose="020F0502020204030204" pitchFamily="34" charset="0"/>
              </a:rPr>
              <a:t>as well as the ones that follow</a:t>
            </a:r>
            <a:r>
              <a:rPr lang="en-US" sz="2400" dirty="0">
                <a:effectLst/>
                <a:latin typeface="Calibri" panose="020F0502020204030204" pitchFamily="34" charset="0"/>
                <a:cs typeface="Calibri" panose="020F0502020204030204" pitchFamily="34" charset="0"/>
              </a:rPr>
              <a:t>. </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62862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2A1ED-3A78-2A97-B496-B778FB707BD8}"/>
              </a:ext>
            </a:extLst>
          </p:cNvPr>
          <p:cNvSpPr>
            <a:spLocks noGrp="1"/>
          </p:cNvSpPr>
          <p:nvPr>
            <p:ph type="title"/>
          </p:nvPr>
        </p:nvSpPr>
        <p:spPr/>
        <p:txBody>
          <a:bodyPr/>
          <a:lstStyle/>
          <a:p>
            <a:r>
              <a:rPr lang="en-US" dirty="0"/>
              <a:t>RNN for language modeling</a:t>
            </a:r>
          </a:p>
        </p:txBody>
      </p:sp>
      <p:sp>
        <p:nvSpPr>
          <p:cNvPr id="3" name="Content Placeholder 2">
            <a:extLst>
              <a:ext uri="{FF2B5EF4-FFF2-40B4-BE49-F238E27FC236}">
                <a16:creationId xmlns:a16="http://schemas.microsoft.com/office/drawing/2014/main" id="{1ABBBA2F-6504-971C-015D-5F70A6C783C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E44FED6-8C1A-D801-7E9A-0AE0B139FB90}"/>
              </a:ext>
            </a:extLst>
          </p:cNvPr>
          <p:cNvSpPr>
            <a:spLocks noGrp="1"/>
          </p:cNvSpPr>
          <p:nvPr>
            <p:ph type="sldNum" sz="quarter" idx="12"/>
          </p:nvPr>
        </p:nvSpPr>
        <p:spPr/>
        <p:txBody>
          <a:bodyPr/>
          <a:lstStyle/>
          <a:p>
            <a:fld id="{89D00882-420D-446F-B065-6675A463A27F}" type="slidenum">
              <a:rPr lang="en-US" smtClean="0"/>
              <a:t>25</a:t>
            </a:fld>
            <a:endParaRPr lang="en-US"/>
          </a:p>
        </p:txBody>
      </p:sp>
    </p:spTree>
    <p:extLst>
      <p:ext uri="{BB962C8B-B14F-4D97-AF65-F5344CB8AC3E}">
        <p14:creationId xmlns:p14="http://schemas.microsoft.com/office/powerpoint/2010/main" val="36189063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Predicting words</a:t>
            </a:r>
          </a:p>
        </p:txBody>
      </p:sp>
      <p:sp>
        <p:nvSpPr>
          <p:cNvPr id="3" name="Content Placeholder 2"/>
          <p:cNvSpPr>
            <a:spLocks noGrp="1"/>
          </p:cNvSpPr>
          <p:nvPr>
            <p:ph idx="1"/>
          </p:nvPr>
        </p:nvSpPr>
        <p:spPr>
          <a:xfrm>
            <a:off x="1097281" y="1600201"/>
            <a:ext cx="10058401" cy="907196"/>
          </a:xfrm>
        </p:spPr>
        <p:txBody>
          <a:bodyPr/>
          <a:lstStyle/>
          <a:p>
            <a:r>
              <a:rPr lang="en-US" dirty="0"/>
              <a:t>The water of Walden Pond is beautifully ... </a:t>
            </a:r>
          </a:p>
          <a:p>
            <a:endParaRPr lang="en-US" sz="2667" dirty="0"/>
          </a:p>
          <a:p>
            <a:endParaRPr lang="en-US" sz="2667" dirty="0"/>
          </a:p>
          <a:p>
            <a:endParaRPr lang="en-US" sz="2667" dirty="0"/>
          </a:p>
        </p:txBody>
      </p:sp>
      <p:sp>
        <p:nvSpPr>
          <p:cNvPr id="5" name="TextBox 4">
            <a:extLst>
              <a:ext uri="{FF2B5EF4-FFF2-40B4-BE49-F238E27FC236}">
                <a16:creationId xmlns:a16="http://schemas.microsoft.com/office/drawing/2014/main" id="{1EA86872-37B1-F937-5BE2-9D6E960F73DD}"/>
              </a:ext>
            </a:extLst>
          </p:cNvPr>
          <p:cNvSpPr txBox="1"/>
          <p:nvPr/>
        </p:nvSpPr>
        <p:spPr>
          <a:xfrm>
            <a:off x="6299200" y="3208258"/>
            <a:ext cx="2658356" cy="1241237"/>
          </a:xfrm>
          <a:prstGeom prst="rect">
            <a:avLst/>
          </a:prstGeom>
          <a:noFill/>
        </p:spPr>
        <p:txBody>
          <a:bodyPr wrap="none" rtlCol="0">
            <a:spAutoFit/>
          </a:bodyPr>
          <a:lstStyle/>
          <a:p>
            <a:r>
              <a:rPr lang="en-US" sz="3733" dirty="0">
                <a:latin typeface="Calibri" panose="020F0502020204030204" pitchFamily="34" charset="0"/>
                <a:cs typeface="Calibri" panose="020F0502020204030204" pitchFamily="34" charset="0"/>
              </a:rPr>
              <a:t>*refrigerator</a:t>
            </a:r>
          </a:p>
          <a:p>
            <a:r>
              <a:rPr lang="en-US" sz="3733" dirty="0">
                <a:latin typeface="Calibri" panose="020F0502020204030204" pitchFamily="34" charset="0"/>
                <a:cs typeface="Calibri" panose="020F0502020204030204" pitchFamily="34" charset="0"/>
              </a:rPr>
              <a:t>*that</a:t>
            </a:r>
          </a:p>
        </p:txBody>
      </p:sp>
      <p:sp>
        <p:nvSpPr>
          <p:cNvPr id="6" name="TextBox 5">
            <a:extLst>
              <a:ext uri="{FF2B5EF4-FFF2-40B4-BE49-F238E27FC236}">
                <a16:creationId xmlns:a16="http://schemas.microsoft.com/office/drawing/2014/main" id="{480817A1-D8AA-F0F1-FB2D-3B0F12C8C92C}"/>
              </a:ext>
            </a:extLst>
          </p:cNvPr>
          <p:cNvSpPr txBox="1"/>
          <p:nvPr/>
        </p:nvSpPr>
        <p:spPr>
          <a:xfrm>
            <a:off x="2540000" y="2921000"/>
            <a:ext cx="1300484" cy="1815690"/>
          </a:xfrm>
          <a:prstGeom prst="rect">
            <a:avLst/>
          </a:prstGeom>
          <a:noFill/>
        </p:spPr>
        <p:txBody>
          <a:bodyPr wrap="none" rtlCol="0">
            <a:spAutoFit/>
          </a:bodyPr>
          <a:lstStyle/>
          <a:p>
            <a:r>
              <a:rPr lang="en-US" sz="3733" dirty="0">
                <a:latin typeface="Calibri" panose="020F0502020204030204" pitchFamily="34" charset="0"/>
                <a:cs typeface="Calibri" panose="020F0502020204030204" pitchFamily="34" charset="0"/>
              </a:rPr>
              <a:t>blue</a:t>
            </a:r>
          </a:p>
          <a:p>
            <a:r>
              <a:rPr lang="en-US" sz="3733" dirty="0">
                <a:latin typeface="Calibri" panose="020F0502020204030204" pitchFamily="34" charset="0"/>
                <a:cs typeface="Calibri" panose="020F0502020204030204" pitchFamily="34" charset="0"/>
              </a:rPr>
              <a:t>green</a:t>
            </a:r>
          </a:p>
          <a:p>
            <a:r>
              <a:rPr lang="en-US" sz="3733" dirty="0">
                <a:latin typeface="Calibri" panose="020F0502020204030204" pitchFamily="34" charset="0"/>
                <a:cs typeface="Calibri" panose="020F0502020204030204" pitchFamily="34" charset="0"/>
              </a:rPr>
              <a:t>clear</a:t>
            </a:r>
          </a:p>
        </p:txBody>
      </p:sp>
    </p:spTree>
    <p:extLst>
      <p:ext uri="{BB962C8B-B14F-4D97-AF65-F5344CB8AC3E}">
        <p14:creationId xmlns:p14="http://schemas.microsoft.com/office/powerpoint/2010/main" val="313255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1E675-25A6-86DE-9B24-2E00073B7B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68912-1E10-955A-5D04-846DE531F24C}"/>
              </a:ext>
            </a:extLst>
          </p:cNvPr>
          <p:cNvSpPr>
            <a:spLocks noGrp="1"/>
          </p:cNvSpPr>
          <p:nvPr>
            <p:ph type="title"/>
          </p:nvPr>
        </p:nvSpPr>
        <p:spPr/>
        <p:txBody>
          <a:bodyPr/>
          <a:lstStyle/>
          <a:p>
            <a:r>
              <a:rPr lang="en-US" dirty="0"/>
              <a:t>Language Modeling</a:t>
            </a:r>
          </a:p>
        </p:txBody>
      </p:sp>
      <p:pic>
        <p:nvPicPr>
          <p:cNvPr id="4" name="Content Placeholder 3">
            <a:extLst>
              <a:ext uri="{FF2B5EF4-FFF2-40B4-BE49-F238E27FC236}">
                <a16:creationId xmlns:a16="http://schemas.microsoft.com/office/drawing/2014/main" id="{12B1CADC-293C-F86F-D53B-5D8C6F19F593}"/>
              </a:ext>
            </a:extLst>
          </p:cNvPr>
          <p:cNvPicPr>
            <a:picLocks noGrp="1" noChangeAspect="1"/>
          </p:cNvPicPr>
          <p:nvPr>
            <p:ph idx="1"/>
          </p:nvPr>
        </p:nvPicPr>
        <p:blipFill>
          <a:blip r:embed="rId2"/>
          <a:stretch>
            <a:fillRect/>
          </a:stretch>
        </p:blipFill>
        <p:spPr>
          <a:xfrm>
            <a:off x="1905000" y="1807108"/>
            <a:ext cx="5149850" cy="729182"/>
          </a:xfrm>
          <a:prstGeom prst="rect">
            <a:avLst/>
          </a:prstGeom>
        </p:spPr>
      </p:pic>
      <p:pic>
        <p:nvPicPr>
          <p:cNvPr id="5" name="Picture 4">
            <a:extLst>
              <a:ext uri="{FF2B5EF4-FFF2-40B4-BE49-F238E27FC236}">
                <a16:creationId xmlns:a16="http://schemas.microsoft.com/office/drawing/2014/main" id="{619F7EBE-7DE7-AA09-2E71-1F40EBED4CE5}"/>
              </a:ext>
            </a:extLst>
          </p:cNvPr>
          <p:cNvPicPr>
            <a:picLocks noChangeAspect="1"/>
          </p:cNvPicPr>
          <p:nvPr/>
        </p:nvPicPr>
        <p:blipFill>
          <a:blip r:embed="rId3"/>
          <a:stretch>
            <a:fillRect/>
          </a:stretch>
        </p:blipFill>
        <p:spPr>
          <a:xfrm>
            <a:off x="1905000" y="3276600"/>
            <a:ext cx="5149850" cy="1701690"/>
          </a:xfrm>
          <a:prstGeom prst="rect">
            <a:avLst/>
          </a:prstGeom>
        </p:spPr>
      </p:pic>
    </p:spTree>
    <p:extLst>
      <p:ext uri="{BB962C8B-B14F-4D97-AF65-F5344CB8AC3E}">
        <p14:creationId xmlns:p14="http://schemas.microsoft.com/office/powerpoint/2010/main" val="34077009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B3CF80-75BF-59E9-C7AE-9217CA949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C0006F-9F4A-477F-1D98-35445353ED65}"/>
              </a:ext>
            </a:extLst>
          </p:cNvPr>
          <p:cNvSpPr>
            <a:spLocks noGrp="1"/>
          </p:cNvSpPr>
          <p:nvPr>
            <p:ph type="title"/>
          </p:nvPr>
        </p:nvSpPr>
        <p:spPr>
          <a:xfrm>
            <a:off x="1097280" y="159603"/>
            <a:ext cx="10561320" cy="907196"/>
          </a:xfrm>
        </p:spPr>
        <p:txBody>
          <a:bodyPr>
            <a:normAutofit fontScale="90000"/>
          </a:bodyPr>
          <a:lstStyle/>
          <a:p>
            <a:r>
              <a:rPr lang="en-US" dirty="0"/>
              <a:t>The size of the conditioning context for different LMs</a:t>
            </a:r>
          </a:p>
        </p:txBody>
      </p:sp>
      <p:sp>
        <p:nvSpPr>
          <p:cNvPr id="7" name="Content Placeholder 6">
            <a:extLst>
              <a:ext uri="{FF2B5EF4-FFF2-40B4-BE49-F238E27FC236}">
                <a16:creationId xmlns:a16="http://schemas.microsoft.com/office/drawing/2014/main" id="{8DF0F956-7EBA-3D16-F04D-FA1CD375FB2A}"/>
              </a:ext>
            </a:extLst>
          </p:cNvPr>
          <p:cNvSpPr>
            <a:spLocks noGrp="1"/>
          </p:cNvSpPr>
          <p:nvPr>
            <p:ph idx="1"/>
          </p:nvPr>
        </p:nvSpPr>
        <p:spPr>
          <a:xfrm>
            <a:off x="1097279" y="1642646"/>
            <a:ext cx="11094721" cy="5215353"/>
          </a:xfrm>
        </p:spPr>
        <p:txBody>
          <a:bodyPr>
            <a:normAutofit/>
          </a:bodyPr>
          <a:lstStyle/>
          <a:p>
            <a:pPr marL="0" indent="0">
              <a:buNone/>
            </a:pPr>
            <a:r>
              <a:rPr lang="en-US" sz="3200" b="1" dirty="0">
                <a:latin typeface="Calibri" panose="020F0502020204030204" pitchFamily="34" charset="0"/>
                <a:cs typeface="Calibri" panose="020F0502020204030204" pitchFamily="34" charset="0"/>
              </a:rPr>
              <a:t>The feedforward LM</a:t>
            </a:r>
            <a:r>
              <a:rPr lang="en-US" sz="3200" dirty="0">
                <a:latin typeface="Calibri" panose="020F0502020204030204" pitchFamily="34" charset="0"/>
                <a:cs typeface="Calibri" panose="020F0502020204030204" pitchFamily="34" charset="0"/>
              </a:rPr>
              <a:t>: </a:t>
            </a:r>
          </a:p>
          <a:p>
            <a:r>
              <a:rPr lang="en-US" sz="3200" dirty="0">
                <a:effectLst/>
                <a:latin typeface="Calibri" panose="020F0502020204030204" pitchFamily="34" charset="0"/>
                <a:cs typeface="Calibri" panose="020F0502020204030204" pitchFamily="34" charset="0"/>
              </a:rPr>
              <a:t>Context is the window size.</a:t>
            </a:r>
          </a:p>
          <a:p>
            <a:endParaRPr lang="en-US" sz="3200" dirty="0">
              <a:effectLst/>
              <a:latin typeface="Calibri" panose="020F0502020204030204" pitchFamily="34" charset="0"/>
              <a:cs typeface="Calibri" panose="020F0502020204030204" pitchFamily="34" charset="0"/>
            </a:endParaRPr>
          </a:p>
          <a:p>
            <a:pPr marL="0" indent="0">
              <a:buNone/>
            </a:pPr>
            <a:endParaRPr lang="en-US" sz="3200" b="1" dirty="0">
              <a:latin typeface="Calibri" panose="020F0502020204030204" pitchFamily="34" charset="0"/>
              <a:cs typeface="Calibri" panose="020F0502020204030204" pitchFamily="34" charset="0"/>
            </a:endParaRPr>
          </a:p>
          <a:p>
            <a:pPr marL="0" indent="0">
              <a:buNone/>
            </a:pPr>
            <a:r>
              <a:rPr lang="en-US" sz="3200" b="1" dirty="0">
                <a:latin typeface="Calibri" panose="020F0502020204030204" pitchFamily="34" charset="0"/>
                <a:cs typeface="Calibri" panose="020F0502020204030204" pitchFamily="34" charset="0"/>
              </a:rPr>
              <a:t>The RNN LM</a:t>
            </a:r>
            <a:r>
              <a:rPr lang="en-US" sz="3200" dirty="0">
                <a:latin typeface="Calibri" panose="020F0502020204030204" pitchFamily="34" charset="0"/>
                <a:cs typeface="Calibri" panose="020F0502020204030204" pitchFamily="34" charset="0"/>
              </a:rPr>
              <a:t>:  </a:t>
            </a:r>
          </a:p>
          <a:p>
            <a:r>
              <a:rPr lang="en-US" sz="3200" dirty="0">
                <a:latin typeface="Calibri" panose="020F0502020204030204" pitchFamily="34" charset="0"/>
                <a:cs typeface="Calibri" panose="020F0502020204030204" pitchFamily="34" charset="0"/>
              </a:rPr>
              <a:t>No fixed context size;  h</a:t>
            </a:r>
            <a:r>
              <a:rPr lang="en-US" sz="4000" baseline="-25000" dirty="0">
                <a:latin typeface="Calibri" panose="020F0502020204030204" pitchFamily="34" charset="0"/>
                <a:cs typeface="Calibri" panose="020F0502020204030204" pitchFamily="34" charset="0"/>
              </a:rPr>
              <a:t>t-1</a:t>
            </a:r>
            <a:r>
              <a:rPr lang="en-US" sz="3200" dirty="0">
                <a:latin typeface="Calibri" panose="020F0502020204030204" pitchFamily="34" charset="0"/>
                <a:cs typeface="Calibri" panose="020F0502020204030204" pitchFamily="34" charset="0"/>
              </a:rPr>
              <a:t> represents entire history</a:t>
            </a:r>
          </a:p>
          <a:p>
            <a:endParaRPr lang="en-US" dirty="0"/>
          </a:p>
        </p:txBody>
      </p:sp>
    </p:spTree>
    <p:extLst>
      <p:ext uri="{BB962C8B-B14F-4D97-AF65-F5344CB8AC3E}">
        <p14:creationId xmlns:p14="http://schemas.microsoft.com/office/powerpoint/2010/main" val="2383182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96A9A-00F2-0370-87E6-D698F6C0F7AB}"/>
              </a:ext>
            </a:extLst>
          </p:cNvPr>
          <p:cNvSpPr>
            <a:spLocks noGrp="1"/>
          </p:cNvSpPr>
          <p:nvPr>
            <p:ph type="title"/>
          </p:nvPr>
        </p:nvSpPr>
        <p:spPr/>
        <p:txBody>
          <a:bodyPr/>
          <a:lstStyle/>
          <a:p>
            <a:r>
              <a:rPr lang="en-US" dirty="0"/>
              <a:t>FFN LMs vs RNN LMs</a:t>
            </a:r>
          </a:p>
        </p:txBody>
      </p:sp>
      <p:pic>
        <p:nvPicPr>
          <p:cNvPr id="5" name="Content Placeholder 4">
            <a:extLst>
              <a:ext uri="{FF2B5EF4-FFF2-40B4-BE49-F238E27FC236}">
                <a16:creationId xmlns:a16="http://schemas.microsoft.com/office/drawing/2014/main" id="{4C4A55B6-609E-AD8A-A3DC-AB8D99FBDF91}"/>
              </a:ext>
            </a:extLst>
          </p:cNvPr>
          <p:cNvPicPr>
            <a:picLocks noGrp="1" noChangeAspect="1"/>
          </p:cNvPicPr>
          <p:nvPr>
            <p:ph idx="1"/>
          </p:nvPr>
        </p:nvPicPr>
        <p:blipFill>
          <a:blip r:embed="rId3"/>
          <a:srcRect r="68515"/>
          <a:stretch/>
        </p:blipFill>
        <p:spPr>
          <a:xfrm>
            <a:off x="2313983" y="2133600"/>
            <a:ext cx="2133600" cy="3676650"/>
          </a:xfrm>
        </p:spPr>
      </p:pic>
      <p:sp>
        <p:nvSpPr>
          <p:cNvPr id="6" name="TextBox 5">
            <a:extLst>
              <a:ext uri="{FF2B5EF4-FFF2-40B4-BE49-F238E27FC236}">
                <a16:creationId xmlns:a16="http://schemas.microsoft.com/office/drawing/2014/main" id="{2683BC71-EA0E-3637-4B6C-A34CFB417139}"/>
              </a:ext>
            </a:extLst>
          </p:cNvPr>
          <p:cNvSpPr txBox="1"/>
          <p:nvPr/>
        </p:nvSpPr>
        <p:spPr>
          <a:xfrm>
            <a:off x="3048000" y="6240045"/>
            <a:ext cx="665567"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FFN</a:t>
            </a:r>
          </a:p>
        </p:txBody>
      </p:sp>
      <p:sp>
        <p:nvSpPr>
          <p:cNvPr id="7" name="TextBox 6">
            <a:extLst>
              <a:ext uri="{FF2B5EF4-FFF2-40B4-BE49-F238E27FC236}">
                <a16:creationId xmlns:a16="http://schemas.microsoft.com/office/drawing/2014/main" id="{93298C4A-82B5-39FC-9CA3-CB9CF56B19B6}"/>
              </a:ext>
            </a:extLst>
          </p:cNvPr>
          <p:cNvSpPr txBox="1"/>
          <p:nvPr/>
        </p:nvSpPr>
        <p:spPr>
          <a:xfrm>
            <a:off x="8540938" y="6251568"/>
            <a:ext cx="748923" cy="461665"/>
          </a:xfrm>
          <a:prstGeom prst="rect">
            <a:avLst/>
          </a:prstGeom>
          <a:noFill/>
        </p:spPr>
        <p:txBody>
          <a:bodyPr wrap="none" rtlCol="0">
            <a:spAutoFit/>
          </a:bodyPr>
          <a:lstStyle/>
          <a:p>
            <a:r>
              <a:rPr lang="en-US" sz="2400" dirty="0">
                <a:latin typeface="Calibri" panose="020F0502020204030204" pitchFamily="34" charset="0"/>
                <a:cs typeface="Calibri" panose="020F0502020204030204" pitchFamily="34" charset="0"/>
              </a:rPr>
              <a:t>RNN</a:t>
            </a:r>
          </a:p>
        </p:txBody>
      </p:sp>
      <p:sp>
        <p:nvSpPr>
          <p:cNvPr id="8" name="TextBox 7">
            <a:extLst>
              <a:ext uri="{FF2B5EF4-FFF2-40B4-BE49-F238E27FC236}">
                <a16:creationId xmlns:a16="http://schemas.microsoft.com/office/drawing/2014/main" id="{F419275F-DCEA-9F65-4C9B-4E693A7F55DB}"/>
              </a:ext>
            </a:extLst>
          </p:cNvPr>
          <p:cNvSpPr txBox="1"/>
          <p:nvPr/>
        </p:nvSpPr>
        <p:spPr>
          <a:xfrm>
            <a:off x="6324600" y="5062271"/>
            <a:ext cx="574196" cy="769441"/>
          </a:xfrm>
          <a:prstGeom prst="rect">
            <a:avLst/>
          </a:prstGeom>
          <a:noFill/>
        </p:spPr>
        <p:txBody>
          <a:bodyPr wrap="none" rtlCol="0">
            <a:spAutoFit/>
          </a:bodyPr>
          <a:lstStyle/>
          <a:p>
            <a:r>
              <a:rPr lang="en-US" sz="4400" dirty="0">
                <a:latin typeface="Calibri" panose="020F0502020204030204" pitchFamily="34" charset="0"/>
                <a:cs typeface="Calibri" panose="020F0502020204030204" pitchFamily="34" charset="0"/>
              </a:rPr>
              <a:t>…</a:t>
            </a:r>
          </a:p>
        </p:txBody>
      </p:sp>
      <p:pic>
        <p:nvPicPr>
          <p:cNvPr id="9" name="Content Placeholder 4">
            <a:extLst>
              <a:ext uri="{FF2B5EF4-FFF2-40B4-BE49-F238E27FC236}">
                <a16:creationId xmlns:a16="http://schemas.microsoft.com/office/drawing/2014/main" id="{E47C923E-BF02-35B9-8B7C-3C046DF058D9}"/>
              </a:ext>
            </a:extLst>
          </p:cNvPr>
          <p:cNvPicPr>
            <a:picLocks noChangeAspect="1"/>
          </p:cNvPicPr>
          <p:nvPr/>
        </p:nvPicPr>
        <p:blipFill>
          <a:blip r:embed="rId4"/>
          <a:srcRect l="43777"/>
          <a:stretch/>
        </p:blipFill>
        <p:spPr>
          <a:xfrm>
            <a:off x="7010400" y="2133600"/>
            <a:ext cx="3810000" cy="3676650"/>
          </a:xfrm>
          <a:prstGeom prst="rect">
            <a:avLst/>
          </a:prstGeom>
        </p:spPr>
      </p:pic>
    </p:spTree>
    <p:extLst>
      <p:ext uri="{BB962C8B-B14F-4D97-AF65-F5344CB8AC3E}">
        <p14:creationId xmlns:p14="http://schemas.microsoft.com/office/powerpoint/2010/main" val="5582124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75DAC-E519-CF38-581D-A7BD90D51E4F}"/>
              </a:ext>
            </a:extLst>
          </p:cNvPr>
          <p:cNvSpPr>
            <a:spLocks noGrp="1"/>
          </p:cNvSpPr>
          <p:nvPr>
            <p:ph type="title"/>
          </p:nvPr>
        </p:nvSpPr>
        <p:spPr/>
        <p:txBody>
          <a:bodyPr/>
          <a:lstStyle/>
          <a:p>
            <a:r>
              <a:rPr lang="en-US" dirty="0"/>
              <a:t>Training RNN LM</a:t>
            </a:r>
          </a:p>
        </p:txBody>
      </p:sp>
      <p:sp>
        <p:nvSpPr>
          <p:cNvPr id="3" name="Content Placeholder 2">
            <a:extLst>
              <a:ext uri="{FF2B5EF4-FFF2-40B4-BE49-F238E27FC236}">
                <a16:creationId xmlns:a16="http://schemas.microsoft.com/office/drawing/2014/main" id="{52CD4A2A-069B-359B-A330-E7E958B8735A}"/>
              </a:ext>
            </a:extLst>
          </p:cNvPr>
          <p:cNvSpPr>
            <a:spLocks noGrp="1"/>
          </p:cNvSpPr>
          <p:nvPr>
            <p:ph idx="1"/>
          </p:nvPr>
        </p:nvSpPr>
        <p:spPr>
          <a:xfrm>
            <a:off x="1097285" y="1600200"/>
            <a:ext cx="10058401" cy="4953000"/>
          </a:xfrm>
        </p:spPr>
        <p:txBody>
          <a:bodyPr>
            <a:normAutofit/>
          </a:bodyPr>
          <a:lstStyle/>
          <a:p>
            <a:pPr marL="342900" indent="-342900">
              <a:buFont typeface="Arial" panose="020B0604020202020204" pitchFamily="34" charset="0"/>
              <a:buChar char="•"/>
            </a:pPr>
            <a:r>
              <a:rPr lang="en-US" sz="3200" b="1" dirty="0">
                <a:effectLst/>
                <a:latin typeface="Calibri" panose="020F0502020204030204" pitchFamily="34" charset="0"/>
                <a:cs typeface="Calibri" panose="020F0502020204030204" pitchFamily="34" charset="0"/>
              </a:rPr>
              <a:t>Self-supervision</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take a corpus of text as training material </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at each time step </a:t>
            </a:r>
            <a:r>
              <a:rPr lang="en-US" sz="2800" i="1" dirty="0">
                <a:effectLst/>
                <a:latin typeface="Calibri" panose="020F0502020204030204" pitchFamily="34" charset="0"/>
                <a:cs typeface="Calibri" panose="020F0502020204030204" pitchFamily="34" charset="0"/>
              </a:rPr>
              <a:t>t </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ask the model to predict the next word. </a:t>
            </a:r>
            <a:endParaRPr lang="en-US" sz="3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3200" b="1" dirty="0">
                <a:effectLst/>
                <a:latin typeface="Calibri" panose="020F0502020204030204" pitchFamily="34" charset="0"/>
                <a:cs typeface="Calibri" panose="020F0502020204030204" pitchFamily="34" charset="0"/>
              </a:rPr>
              <a:t>Why called self-supervised: </a:t>
            </a:r>
            <a:r>
              <a:rPr lang="en-US" sz="3200" dirty="0">
                <a:effectLst/>
                <a:latin typeface="Calibri" panose="020F0502020204030204" pitchFamily="34" charset="0"/>
                <a:cs typeface="Calibri" panose="020F0502020204030204" pitchFamily="34" charset="0"/>
              </a:rPr>
              <a:t>we don't need human labels; the text is its own supervision signal</a:t>
            </a:r>
            <a:endParaRPr lang="en-US" sz="3200"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3200" dirty="0">
                <a:effectLst/>
                <a:latin typeface="Calibri" panose="020F0502020204030204" pitchFamily="34" charset="0"/>
                <a:cs typeface="Calibri" panose="020F0502020204030204" pitchFamily="34" charset="0"/>
              </a:rPr>
              <a:t>We train the model to </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minimize the error</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in predicting the true next word in the training sequence, </a:t>
            </a:r>
          </a:p>
          <a:p>
            <a:pPr marL="739745" lvl="1" indent="-342900">
              <a:buFont typeface="Arial" panose="020B0604020202020204" pitchFamily="34" charset="0"/>
              <a:buChar char="•"/>
            </a:pPr>
            <a:r>
              <a:rPr lang="en-US" sz="2800" dirty="0">
                <a:effectLst/>
                <a:latin typeface="Calibri" panose="020F0502020204030204" pitchFamily="34" charset="0"/>
                <a:cs typeface="Calibri" panose="020F0502020204030204" pitchFamily="34" charset="0"/>
              </a:rPr>
              <a:t>using cross-entropy as the loss function. </a:t>
            </a:r>
            <a:endParaRPr lang="en-US" sz="32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8616328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9C98-C5FC-6231-1FD3-5691D6BCEE8F}"/>
              </a:ext>
            </a:extLst>
          </p:cNvPr>
          <p:cNvSpPr>
            <a:spLocks noGrp="1"/>
          </p:cNvSpPr>
          <p:nvPr>
            <p:ph type="title"/>
          </p:nvPr>
        </p:nvSpPr>
        <p:spPr/>
        <p:txBody>
          <a:bodyPr/>
          <a:lstStyle/>
          <a:p>
            <a:r>
              <a:rPr lang="en-US" dirty="0"/>
              <a:t>RNNs for </a:t>
            </a:r>
            <a:r>
              <a:rPr lang="en-US"/>
              <a:t>sequence labeling</a:t>
            </a:r>
          </a:p>
        </p:txBody>
      </p:sp>
      <p:sp>
        <p:nvSpPr>
          <p:cNvPr id="3" name="Content Placeholder 2">
            <a:extLst>
              <a:ext uri="{FF2B5EF4-FFF2-40B4-BE49-F238E27FC236}">
                <a16:creationId xmlns:a16="http://schemas.microsoft.com/office/drawing/2014/main" id="{697B2435-9EC5-6E83-540E-0F74211628E5}"/>
              </a:ext>
            </a:extLst>
          </p:cNvPr>
          <p:cNvSpPr>
            <a:spLocks noGrp="1"/>
          </p:cNvSpPr>
          <p:nvPr>
            <p:ph idx="1"/>
          </p:nvPr>
        </p:nvSpPr>
        <p:spPr/>
        <p:txBody>
          <a:bodyPr/>
          <a:lstStyle/>
          <a:p>
            <a:r>
              <a:rPr lang="en-US" dirty="0"/>
              <a:t>Assign a label to each element of a sequence</a:t>
            </a:r>
          </a:p>
          <a:p>
            <a:r>
              <a:rPr lang="en-US" dirty="0"/>
              <a:t>Part-of-speech tagging</a:t>
            </a:r>
          </a:p>
        </p:txBody>
      </p:sp>
      <p:pic>
        <p:nvPicPr>
          <p:cNvPr id="5" name="Picture 4">
            <a:extLst>
              <a:ext uri="{FF2B5EF4-FFF2-40B4-BE49-F238E27FC236}">
                <a16:creationId xmlns:a16="http://schemas.microsoft.com/office/drawing/2014/main" id="{00024096-9F46-55A1-1590-D18F864270CC}"/>
              </a:ext>
            </a:extLst>
          </p:cNvPr>
          <p:cNvPicPr>
            <a:picLocks noChangeAspect="1"/>
          </p:cNvPicPr>
          <p:nvPr/>
        </p:nvPicPr>
        <p:blipFill>
          <a:blip r:embed="rId2"/>
          <a:stretch>
            <a:fillRect/>
          </a:stretch>
        </p:blipFill>
        <p:spPr>
          <a:xfrm>
            <a:off x="2209800" y="2827415"/>
            <a:ext cx="7010400" cy="3578942"/>
          </a:xfrm>
          <a:prstGeom prst="rect">
            <a:avLst/>
          </a:prstGeom>
        </p:spPr>
      </p:pic>
    </p:spTree>
    <p:extLst>
      <p:ext uri="{BB962C8B-B14F-4D97-AF65-F5344CB8AC3E}">
        <p14:creationId xmlns:p14="http://schemas.microsoft.com/office/powerpoint/2010/main" val="15129480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58354-5E0D-A931-DA26-8F7BC3EF227F}"/>
              </a:ext>
            </a:extLst>
          </p:cNvPr>
          <p:cNvSpPr>
            <a:spLocks noGrp="1"/>
          </p:cNvSpPr>
          <p:nvPr>
            <p:ph type="title"/>
          </p:nvPr>
        </p:nvSpPr>
        <p:spPr/>
        <p:txBody>
          <a:bodyPr/>
          <a:lstStyle/>
          <a:p>
            <a:r>
              <a:rPr lang="en-US" dirty="0"/>
              <a:t>RNNs for sequence classification</a:t>
            </a:r>
          </a:p>
        </p:txBody>
      </p:sp>
      <p:sp>
        <p:nvSpPr>
          <p:cNvPr id="3" name="Content Placeholder 2">
            <a:extLst>
              <a:ext uri="{FF2B5EF4-FFF2-40B4-BE49-F238E27FC236}">
                <a16:creationId xmlns:a16="http://schemas.microsoft.com/office/drawing/2014/main" id="{3A0BC5F2-3D0D-3205-A4DD-B49E07FA6DA9}"/>
              </a:ext>
            </a:extLst>
          </p:cNvPr>
          <p:cNvSpPr>
            <a:spLocks noGrp="1"/>
          </p:cNvSpPr>
          <p:nvPr>
            <p:ph idx="1"/>
          </p:nvPr>
        </p:nvSpPr>
        <p:spPr/>
        <p:txBody>
          <a:bodyPr/>
          <a:lstStyle/>
          <a:p>
            <a:r>
              <a:rPr lang="en-US" dirty="0"/>
              <a:t>Text classification</a:t>
            </a:r>
          </a:p>
          <a:p>
            <a:endParaRPr lang="en-US" dirty="0"/>
          </a:p>
          <a:p>
            <a:endParaRPr lang="en-US" dirty="0"/>
          </a:p>
          <a:p>
            <a:endParaRPr lang="en-US" dirty="0"/>
          </a:p>
          <a:p>
            <a:endParaRPr lang="en-US" dirty="0"/>
          </a:p>
          <a:p>
            <a:endParaRPr lang="en-US" dirty="0"/>
          </a:p>
          <a:p>
            <a:endParaRPr lang="en-US" dirty="0"/>
          </a:p>
          <a:p>
            <a:r>
              <a:rPr lang="en-US" dirty="0"/>
              <a:t>Instead of taking the last state, could use some pooling function of all the output states, like </a:t>
            </a:r>
            <a:r>
              <a:rPr lang="en-US" b="1" dirty="0"/>
              <a:t>mean pooling</a:t>
            </a:r>
          </a:p>
        </p:txBody>
      </p:sp>
      <p:pic>
        <p:nvPicPr>
          <p:cNvPr id="5" name="Picture 4">
            <a:extLst>
              <a:ext uri="{FF2B5EF4-FFF2-40B4-BE49-F238E27FC236}">
                <a16:creationId xmlns:a16="http://schemas.microsoft.com/office/drawing/2014/main" id="{51DCA583-3D35-FD5D-61A1-44779AD3DD1E}"/>
              </a:ext>
            </a:extLst>
          </p:cNvPr>
          <p:cNvPicPr>
            <a:picLocks noChangeAspect="1"/>
          </p:cNvPicPr>
          <p:nvPr/>
        </p:nvPicPr>
        <p:blipFill>
          <a:blip r:embed="rId2"/>
          <a:stretch>
            <a:fillRect/>
          </a:stretch>
        </p:blipFill>
        <p:spPr>
          <a:xfrm>
            <a:off x="3314700" y="2286000"/>
            <a:ext cx="5562600" cy="2697286"/>
          </a:xfrm>
          <a:prstGeom prst="rect">
            <a:avLst/>
          </a:prstGeom>
        </p:spPr>
      </p:pic>
      <p:pic>
        <p:nvPicPr>
          <p:cNvPr id="6" name="Picture 5">
            <a:extLst>
              <a:ext uri="{FF2B5EF4-FFF2-40B4-BE49-F238E27FC236}">
                <a16:creationId xmlns:a16="http://schemas.microsoft.com/office/drawing/2014/main" id="{FF88E88D-2336-3E86-A9DC-4FB1BF764CE1}"/>
              </a:ext>
            </a:extLst>
          </p:cNvPr>
          <p:cNvPicPr>
            <a:picLocks noChangeAspect="1"/>
          </p:cNvPicPr>
          <p:nvPr/>
        </p:nvPicPr>
        <p:blipFill>
          <a:blip r:embed="rId3"/>
          <a:stretch>
            <a:fillRect/>
          </a:stretch>
        </p:blipFill>
        <p:spPr>
          <a:xfrm>
            <a:off x="7086600" y="5676378"/>
            <a:ext cx="2209800" cy="1029222"/>
          </a:xfrm>
          <a:prstGeom prst="rect">
            <a:avLst/>
          </a:prstGeom>
        </p:spPr>
      </p:pic>
    </p:spTree>
    <p:extLst>
      <p:ext uri="{BB962C8B-B14F-4D97-AF65-F5344CB8AC3E}">
        <p14:creationId xmlns:p14="http://schemas.microsoft.com/office/powerpoint/2010/main" val="15017565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0C6DB-6D1B-B7B1-DFC9-52953D4BD7C0}"/>
              </a:ext>
            </a:extLst>
          </p:cNvPr>
          <p:cNvSpPr>
            <a:spLocks noGrp="1"/>
          </p:cNvSpPr>
          <p:nvPr>
            <p:ph type="title"/>
          </p:nvPr>
        </p:nvSpPr>
        <p:spPr/>
        <p:txBody>
          <a:bodyPr/>
          <a:lstStyle/>
          <a:p>
            <a:r>
              <a:rPr lang="en-US" dirty="0"/>
              <a:t>Autoregressive generation</a:t>
            </a:r>
          </a:p>
        </p:txBody>
      </p:sp>
      <p:pic>
        <p:nvPicPr>
          <p:cNvPr id="5" name="Content Placeholder 4">
            <a:extLst>
              <a:ext uri="{FF2B5EF4-FFF2-40B4-BE49-F238E27FC236}">
                <a16:creationId xmlns:a16="http://schemas.microsoft.com/office/drawing/2014/main" id="{CAE5A1BE-2BF8-3F28-94FE-B2F481CEA4BA}"/>
              </a:ext>
            </a:extLst>
          </p:cNvPr>
          <p:cNvPicPr>
            <a:picLocks noGrp="1" noChangeAspect="1"/>
          </p:cNvPicPr>
          <p:nvPr>
            <p:ph idx="1"/>
          </p:nvPr>
        </p:nvPicPr>
        <p:blipFill>
          <a:blip r:embed="rId2"/>
          <a:stretch>
            <a:fillRect/>
          </a:stretch>
        </p:blipFill>
        <p:spPr>
          <a:xfrm>
            <a:off x="2582863" y="1816100"/>
            <a:ext cx="7086600" cy="4140200"/>
          </a:xfrm>
        </p:spPr>
      </p:pic>
    </p:spTree>
    <p:extLst>
      <p:ext uri="{BB962C8B-B14F-4D97-AF65-F5344CB8AC3E}">
        <p14:creationId xmlns:p14="http://schemas.microsoft.com/office/powerpoint/2010/main" val="3974516160"/>
      </p:ext>
    </p:extLst>
  </p:cSld>
  <p:clrMapOvr>
    <a:masterClrMapping/>
  </p:clrMapOvr>
</p:sld>
</file>

<file path=ppt/theme/theme1.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39542</TotalTime>
  <Words>1175</Words>
  <Application>Microsoft Office PowerPoint</Application>
  <PresentationFormat>Widescreen</PresentationFormat>
  <Paragraphs>172</Paragraphs>
  <Slides>33</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33</vt:i4>
      </vt:variant>
    </vt:vector>
  </HeadingPairs>
  <TitlesOfParts>
    <vt:vector size="45" baseType="lpstr">
      <vt:lpstr>Aptos</vt:lpstr>
      <vt:lpstr>Aptos Display</vt:lpstr>
      <vt:lpstr>Arial</vt:lpstr>
      <vt:lpstr>Calibri</vt:lpstr>
      <vt:lpstr>CMSY10</vt:lpstr>
      <vt:lpstr>Consolas</vt:lpstr>
      <vt:lpstr>Helvetica</vt:lpstr>
      <vt:lpstr>NimbusRomNo9L</vt:lpstr>
      <vt:lpstr>Quattrocento</vt:lpstr>
      <vt:lpstr>Questrial</vt:lpstr>
      <vt:lpstr>Roboto Light</vt:lpstr>
      <vt:lpstr>Office Theme</vt:lpstr>
      <vt:lpstr>Convolutional and reurrent neural networks</vt:lpstr>
      <vt:lpstr>Convolutional Neural Networks</vt:lpstr>
      <vt:lpstr>ImageNet Dataset</vt:lpstr>
      <vt:lpstr>ILSVRC: ImageNet Large Scale Visual Recognition Challenge</vt:lpstr>
      <vt:lpstr>ILSVRC: ImageNet Large Scale Visual Recognition Challenge</vt:lpstr>
      <vt:lpstr>Convolutional Neural Networks</vt:lpstr>
      <vt:lpstr>Key Concepts</vt:lpstr>
      <vt:lpstr>Convolution Layer</vt:lpstr>
      <vt:lpstr>PowerPoint Presentation</vt:lpstr>
      <vt:lpstr>Convolution Layer: Multiple Features</vt:lpstr>
      <vt:lpstr>Convolution Layer: Multiple Features</vt:lpstr>
      <vt:lpstr>Pooling</vt:lpstr>
      <vt:lpstr>Why Pooling Helps</vt:lpstr>
      <vt:lpstr>Dense Layer</vt:lpstr>
      <vt:lpstr>Pretrained Models &amp; Transfer Learning</vt:lpstr>
      <vt:lpstr>Using Pre-trained Models</vt:lpstr>
      <vt:lpstr>Recurrent neural networks</vt:lpstr>
      <vt:lpstr>Recurrent Neural Networks (RNNs)</vt:lpstr>
      <vt:lpstr>Simple Recurrent Nets (Elman nets)</vt:lpstr>
      <vt:lpstr>Forward inference in simple RNNs</vt:lpstr>
      <vt:lpstr>Simple recurrent neural network illustrated as a feedforward network </vt:lpstr>
      <vt:lpstr>Inference has to be incremental</vt:lpstr>
      <vt:lpstr>Training in simple RNNs</vt:lpstr>
      <vt:lpstr>Training in simple RNNs: unrolling in time</vt:lpstr>
      <vt:lpstr>RNN for language modeling</vt:lpstr>
      <vt:lpstr>Predicting words</vt:lpstr>
      <vt:lpstr>Language Modeling</vt:lpstr>
      <vt:lpstr>The size of the conditioning context for different LMs</vt:lpstr>
      <vt:lpstr>FFN LMs vs RNN LMs</vt:lpstr>
      <vt:lpstr>Training RNN LM</vt:lpstr>
      <vt:lpstr>RNNs for sequence labeling</vt:lpstr>
      <vt:lpstr>RNNs for sequence classification</vt:lpstr>
      <vt:lpstr>Autoregressive generation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Foundation Models in Natural Language Processing</dc:title>
  <dc:creator>Yadollah Yaghoobzadeh</dc:creator>
  <cp:lastModifiedBy>Yadollah Yaghoobzadeh</cp:lastModifiedBy>
  <cp:revision>589</cp:revision>
  <dcterms:created xsi:type="dcterms:W3CDTF">2021-09-22T08:38:12Z</dcterms:created>
  <dcterms:modified xsi:type="dcterms:W3CDTF">2026-05-30T04:33:06Z</dcterms:modified>
</cp:coreProperties>
</file>