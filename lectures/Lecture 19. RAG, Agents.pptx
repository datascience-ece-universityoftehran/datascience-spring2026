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9" r:id="rId1"/>
  </p:sldMasterIdLst>
  <p:notesMasterIdLst>
    <p:notesMasterId r:id="rId37"/>
  </p:notesMasterIdLst>
  <p:sldIdLst>
    <p:sldId id="367" r:id="rId2"/>
    <p:sldId id="1951" r:id="rId3"/>
    <p:sldId id="1956" r:id="rId4"/>
    <p:sldId id="1958" r:id="rId5"/>
    <p:sldId id="1957" r:id="rId6"/>
    <p:sldId id="1960" r:id="rId7"/>
    <p:sldId id="1959" r:id="rId8"/>
    <p:sldId id="1961" r:id="rId9"/>
    <p:sldId id="1963" r:id="rId10"/>
    <p:sldId id="1962" r:id="rId11"/>
    <p:sldId id="1964" r:id="rId12"/>
    <p:sldId id="1965" r:id="rId13"/>
    <p:sldId id="1966" r:id="rId14"/>
    <p:sldId id="1974" r:id="rId15"/>
    <p:sldId id="1976" r:id="rId16"/>
    <p:sldId id="1967" r:id="rId17"/>
    <p:sldId id="1975" r:id="rId18"/>
    <p:sldId id="1978" r:id="rId19"/>
    <p:sldId id="1979" r:id="rId20"/>
    <p:sldId id="1971" r:id="rId21"/>
    <p:sldId id="1972" r:id="rId22"/>
    <p:sldId id="1973" r:id="rId23"/>
    <p:sldId id="1990" r:id="rId24"/>
    <p:sldId id="1977" r:id="rId25"/>
    <p:sldId id="1980" r:id="rId26"/>
    <p:sldId id="1981" r:id="rId27"/>
    <p:sldId id="1982" r:id="rId28"/>
    <p:sldId id="1983" r:id="rId29"/>
    <p:sldId id="1984" r:id="rId30"/>
    <p:sldId id="1985" r:id="rId31"/>
    <p:sldId id="1986" r:id="rId32"/>
    <p:sldId id="1987" r:id="rId33"/>
    <p:sldId id="1988" r:id="rId34"/>
    <p:sldId id="1989" r:id="rId35"/>
    <p:sldId id="196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99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24" autoAdjust="0"/>
    <p:restoredTop sz="94057" autoAdjust="0"/>
  </p:normalViewPr>
  <p:slideViewPr>
    <p:cSldViewPr snapToGrid="0">
      <p:cViewPr>
        <p:scale>
          <a:sx n="88" d="100"/>
          <a:sy n="88" d="100"/>
        </p:scale>
        <p:origin x="90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7" d="100"/>
          <a:sy n="77" d="100"/>
        </p:scale>
        <p:origin x="2812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dollah Yaghoobzadeh" userId="6e47bfdd41a25f50" providerId="LiveId" clId="{75921ECD-35D7-485E-BE24-10EA5329EB22}"/>
    <pc:docChg chg="custSel addSld delSld modSld modMainMaster">
      <pc:chgData name="Yadollah Yaghoobzadeh" userId="6e47bfdd41a25f50" providerId="LiveId" clId="{75921ECD-35D7-485E-BE24-10EA5329EB22}" dt="2026-05-17T06:21:27.317" v="55" actId="27636"/>
      <pc:docMkLst>
        <pc:docMk/>
      </pc:docMkLst>
      <pc:sldChg chg="add">
        <pc:chgData name="Yadollah Yaghoobzadeh" userId="6e47bfdd41a25f50" providerId="LiveId" clId="{75921ECD-35D7-485E-BE24-10EA5329EB22}" dt="2026-05-17T06:21:27.086" v="38"/>
        <pc:sldMkLst>
          <pc:docMk/>
          <pc:sldMk cId="514305899" sldId="25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83748980" sldId="26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01054559" sldId="26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7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8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2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3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4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0" sldId="305"/>
        </pc:sldMkLst>
      </pc:sldChg>
      <pc:sldChg chg="add setBg">
        <pc:chgData name="Yadollah Yaghoobzadeh" userId="6e47bfdd41a25f50" providerId="LiveId" clId="{75921ECD-35D7-485E-BE24-10EA5329EB22}" dt="2026-05-17T06:21:27.086" v="38"/>
        <pc:sldMkLst>
          <pc:docMk/>
          <pc:sldMk cId="2268663919" sldId="31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277546200" sldId="35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63572889" sldId="360"/>
        </pc:sldMkLst>
      </pc:sldChg>
      <pc:sldChg chg="modSp mod">
        <pc:chgData name="Yadollah Yaghoobzadeh" userId="6e47bfdd41a25f50" providerId="LiveId" clId="{75921ECD-35D7-485E-BE24-10EA5329EB22}" dt="2026-05-17T06:20:56.885" v="35" actId="20577"/>
        <pc:sldMkLst>
          <pc:docMk/>
          <pc:sldMk cId="1616806445" sldId="367"/>
        </pc:sldMkLst>
        <pc:spChg chg="mod">
          <ac:chgData name="Yadollah Yaghoobzadeh" userId="6e47bfdd41a25f50" providerId="LiveId" clId="{75921ECD-35D7-485E-BE24-10EA5329EB22}" dt="2026-05-17T06:20:56.885" v="35" actId="20577"/>
          <ac:spMkLst>
            <pc:docMk/>
            <pc:sldMk cId="1616806445" sldId="367"/>
            <ac:spMk id="5" creationId="{BBCCB048-B67C-E79B-1CAC-1D9CA1807D4A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54312306" sldId="36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4226337331" sldId="36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514117378" sldId="3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305632738" sldId="371"/>
        </pc:sldMkLst>
      </pc:sldChg>
      <pc:sldChg chg="modSp add mod">
        <pc:chgData name="Yadollah Yaghoobzadeh" userId="6e47bfdd41a25f50" providerId="LiveId" clId="{75921ECD-35D7-485E-BE24-10EA5329EB22}" dt="2026-05-17T06:21:27.230" v="47" actId="27636"/>
        <pc:sldMkLst>
          <pc:docMk/>
          <pc:sldMk cId="276018657" sldId="372"/>
        </pc:sldMkLst>
        <pc:spChg chg="mod">
          <ac:chgData name="Yadollah Yaghoobzadeh" userId="6e47bfdd41a25f50" providerId="LiveId" clId="{75921ECD-35D7-485E-BE24-10EA5329EB22}" dt="2026-05-17T06:21:27.230" v="47" actId="27636"/>
          <ac:spMkLst>
            <pc:docMk/>
            <pc:sldMk cId="276018657" sldId="372"/>
            <ac:spMk id="2" creationId="{6D03E99D-0E49-EA39-AF60-9D26ED4DCDFD}"/>
          </ac:spMkLst>
        </pc:spChg>
      </pc:sldChg>
      <pc:sldChg chg="modSp add mod">
        <pc:chgData name="Yadollah Yaghoobzadeh" userId="6e47bfdd41a25f50" providerId="LiveId" clId="{75921ECD-35D7-485E-BE24-10EA5329EB22}" dt="2026-05-17T06:21:27.232" v="48" actId="27636"/>
        <pc:sldMkLst>
          <pc:docMk/>
          <pc:sldMk cId="2967625991" sldId="373"/>
        </pc:sldMkLst>
        <pc:spChg chg="mod">
          <ac:chgData name="Yadollah Yaghoobzadeh" userId="6e47bfdd41a25f50" providerId="LiveId" clId="{75921ECD-35D7-485E-BE24-10EA5329EB22}" dt="2026-05-17T06:21:27.232" v="48" actId="27636"/>
          <ac:spMkLst>
            <pc:docMk/>
            <pc:sldMk cId="2967625991" sldId="373"/>
            <ac:spMk id="4" creationId="{1DFD8370-6FB6-E1B9-101B-0EC17DBD36FB}"/>
          </ac:spMkLst>
        </pc:spChg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631415618" sldId="375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731954837" sldId="37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80648139" sldId="377"/>
        </pc:sldMkLst>
      </pc:sldChg>
      <pc:sldChg chg="modSp add mod">
        <pc:chgData name="Yadollah Yaghoobzadeh" userId="6e47bfdd41a25f50" providerId="LiveId" clId="{75921ECD-35D7-485E-BE24-10EA5329EB22}" dt="2026-05-17T06:21:27.241" v="49" actId="27636"/>
        <pc:sldMkLst>
          <pc:docMk/>
          <pc:sldMk cId="4047389035" sldId="381"/>
        </pc:sldMkLst>
        <pc:spChg chg="mod">
          <ac:chgData name="Yadollah Yaghoobzadeh" userId="6e47bfdd41a25f50" providerId="LiveId" clId="{75921ECD-35D7-485E-BE24-10EA5329EB22}" dt="2026-05-17T06:21:27.241" v="49" actId="27636"/>
          <ac:spMkLst>
            <pc:docMk/>
            <pc:sldMk cId="4047389035" sldId="381"/>
            <ac:spMk id="3" creationId="{1A29863E-FC32-EFFA-BDC5-C72A19BA44D9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7353994" sldId="38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99741874" sldId="38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40457201" sldId="38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628786386" sldId="391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62444708" sldId="392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725704901" sldId="396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49154557" sldId="397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708192411" sldId="398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877443041" sldId="399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598542040" sldId="400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3089343497" sldId="401"/>
        </pc:sldMkLst>
      </pc:sldChg>
      <pc:sldChg chg="del">
        <pc:chgData name="Yadollah Yaghoobzadeh" userId="6e47bfdd41a25f50" providerId="LiveId" clId="{75921ECD-35D7-485E-BE24-10EA5329EB22}" dt="2026-05-17T06:20:13.421" v="0" actId="47"/>
        <pc:sldMkLst>
          <pc:docMk/>
          <pc:sldMk cId="1485323507" sldId="40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585223782" sldId="411"/>
        </pc:sldMkLst>
      </pc:sldChg>
      <pc:sldChg chg="modSp add mod">
        <pc:chgData name="Yadollah Yaghoobzadeh" userId="6e47bfdd41a25f50" providerId="LiveId" clId="{75921ECD-35D7-485E-BE24-10EA5329EB22}" dt="2026-05-17T06:21:27.194" v="39" actId="27636"/>
        <pc:sldMkLst>
          <pc:docMk/>
          <pc:sldMk cId="1229189862" sldId="457"/>
        </pc:sldMkLst>
        <pc:spChg chg="mod">
          <ac:chgData name="Yadollah Yaghoobzadeh" userId="6e47bfdd41a25f50" providerId="LiveId" clId="{75921ECD-35D7-485E-BE24-10EA5329EB22}" dt="2026-05-17T06:21:27.194" v="39" actId="27636"/>
          <ac:spMkLst>
            <pc:docMk/>
            <pc:sldMk cId="1229189862" sldId="457"/>
            <ac:spMk id="3" creationId="{2580E472-DD54-6526-7C72-57C028BDA43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03090522" sldId="492"/>
        </pc:sldMkLst>
      </pc:sldChg>
      <pc:sldChg chg="modSp add mod">
        <pc:chgData name="Yadollah Yaghoobzadeh" userId="6e47bfdd41a25f50" providerId="LiveId" clId="{75921ECD-35D7-485E-BE24-10EA5329EB22}" dt="2026-05-17T06:21:27.214" v="43" actId="27636"/>
        <pc:sldMkLst>
          <pc:docMk/>
          <pc:sldMk cId="2690720809" sldId="493"/>
        </pc:sldMkLst>
        <pc:spChg chg="mod">
          <ac:chgData name="Yadollah Yaghoobzadeh" userId="6e47bfdd41a25f50" providerId="LiveId" clId="{75921ECD-35D7-485E-BE24-10EA5329EB22}" dt="2026-05-17T06:21:27.214" v="43" actId="27636"/>
          <ac:spMkLst>
            <pc:docMk/>
            <pc:sldMk cId="2690720809" sldId="493"/>
            <ac:spMk id="3" creationId="{2C06B958-47C6-1E2F-9DE5-3E134B672EF2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46161491" sldId="49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437056036" sldId="49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4509797" sldId="512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76272827" sldId="513"/>
        </pc:sldMkLst>
      </pc:sldChg>
      <pc:sldChg chg="modSp add mod">
        <pc:chgData name="Yadollah Yaghoobzadeh" userId="6e47bfdd41a25f50" providerId="LiveId" clId="{75921ECD-35D7-485E-BE24-10EA5329EB22}" dt="2026-05-17T06:21:27.243" v="50" actId="27636"/>
        <pc:sldMkLst>
          <pc:docMk/>
          <pc:sldMk cId="545939205" sldId="514"/>
        </pc:sldMkLst>
        <pc:spChg chg="mod">
          <ac:chgData name="Yadollah Yaghoobzadeh" userId="6e47bfdd41a25f50" providerId="LiveId" clId="{75921ECD-35D7-485E-BE24-10EA5329EB22}" dt="2026-05-17T06:21:27.243" v="50" actId="27636"/>
          <ac:spMkLst>
            <pc:docMk/>
            <pc:sldMk cId="545939205" sldId="514"/>
            <ac:spMk id="2" creationId="{EF2B6709-E781-8DFF-1BC6-DC504D830704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940234959" sldId="51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88456485" sldId="517"/>
        </pc:sldMkLst>
      </pc:sldChg>
      <pc:sldChg chg="modSp add mod">
        <pc:chgData name="Yadollah Yaghoobzadeh" userId="6e47bfdd41a25f50" providerId="LiveId" clId="{75921ECD-35D7-485E-BE24-10EA5329EB22}" dt="2026-05-17T06:21:27.200" v="40" actId="27636"/>
        <pc:sldMkLst>
          <pc:docMk/>
          <pc:sldMk cId="3368019862" sldId="519"/>
        </pc:sldMkLst>
        <pc:spChg chg="mod">
          <ac:chgData name="Yadollah Yaghoobzadeh" userId="6e47bfdd41a25f50" providerId="LiveId" clId="{75921ECD-35D7-485E-BE24-10EA5329EB22}" dt="2026-05-17T06:21:27.200" v="40" actId="27636"/>
          <ac:spMkLst>
            <pc:docMk/>
            <pc:sldMk cId="3368019862" sldId="519"/>
            <ac:spMk id="2" creationId="{80988266-76A6-7354-0B68-CAA3F8D275CA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237392664" sldId="52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889227931" sldId="521"/>
        </pc:sldMkLst>
      </pc:sldChg>
      <pc:sldChg chg="modSp add mod">
        <pc:chgData name="Yadollah Yaghoobzadeh" userId="6e47bfdd41a25f50" providerId="LiveId" clId="{75921ECD-35D7-485E-BE24-10EA5329EB22}" dt="2026-05-17T06:21:27.212" v="42" actId="27636"/>
        <pc:sldMkLst>
          <pc:docMk/>
          <pc:sldMk cId="2722860328" sldId="522"/>
        </pc:sldMkLst>
        <pc:spChg chg="mod">
          <ac:chgData name="Yadollah Yaghoobzadeh" userId="6e47bfdd41a25f50" providerId="LiveId" clId="{75921ECD-35D7-485E-BE24-10EA5329EB22}" dt="2026-05-17T06:21:27.212" v="42" actId="27636"/>
          <ac:spMkLst>
            <pc:docMk/>
            <pc:sldMk cId="2722860328" sldId="522"/>
            <ac:spMk id="2" creationId="{F26AF1C0-9050-1E06-35EE-01A045FB6345}"/>
          </ac:spMkLst>
        </pc:spChg>
      </pc:sldChg>
      <pc:sldChg chg="modSp add mod">
        <pc:chgData name="Yadollah Yaghoobzadeh" userId="6e47bfdd41a25f50" providerId="LiveId" clId="{75921ECD-35D7-485E-BE24-10EA5329EB22}" dt="2026-05-17T06:21:27.208" v="41" actId="27636"/>
        <pc:sldMkLst>
          <pc:docMk/>
          <pc:sldMk cId="2365103576" sldId="523"/>
        </pc:sldMkLst>
        <pc:spChg chg="mod">
          <ac:chgData name="Yadollah Yaghoobzadeh" userId="6e47bfdd41a25f50" providerId="LiveId" clId="{75921ECD-35D7-485E-BE24-10EA5329EB22}" dt="2026-05-17T06:21:27.208" v="41" actId="27636"/>
          <ac:spMkLst>
            <pc:docMk/>
            <pc:sldMk cId="2365103576" sldId="523"/>
            <ac:spMk id="3" creationId="{4E2B5C45-CBA4-94C8-4762-FA017B98693B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435469503" sldId="525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63771730" sldId="5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106802785" sldId="52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1783616" sldId="55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23137805" sldId="562"/>
        </pc:sldMkLst>
      </pc:sldChg>
      <pc:sldChg chg="modSp add mod">
        <pc:chgData name="Yadollah Yaghoobzadeh" userId="6e47bfdd41a25f50" providerId="LiveId" clId="{75921ECD-35D7-485E-BE24-10EA5329EB22}" dt="2026-05-17T06:21:27.287" v="51" actId="27636"/>
        <pc:sldMkLst>
          <pc:docMk/>
          <pc:sldMk cId="2166518439" sldId="563"/>
        </pc:sldMkLst>
        <pc:spChg chg="mod">
          <ac:chgData name="Yadollah Yaghoobzadeh" userId="6e47bfdd41a25f50" providerId="LiveId" clId="{75921ECD-35D7-485E-BE24-10EA5329EB22}" dt="2026-05-17T06:21:27.287" v="51" actId="27636"/>
          <ac:spMkLst>
            <pc:docMk/>
            <pc:sldMk cId="2166518439" sldId="563"/>
            <ac:spMk id="3" creationId="{1A329C0B-8AF8-C341-E58C-DB8B18DCCF2B}"/>
          </ac:spMkLst>
        </pc:spChg>
      </pc:sldChg>
      <pc:sldChg chg="modSp add mod">
        <pc:chgData name="Yadollah Yaghoobzadeh" userId="6e47bfdd41a25f50" providerId="LiveId" clId="{75921ECD-35D7-485E-BE24-10EA5329EB22}" dt="2026-05-17T06:21:27.301" v="53" actId="27636"/>
        <pc:sldMkLst>
          <pc:docMk/>
          <pc:sldMk cId="1385090680" sldId="564"/>
        </pc:sldMkLst>
        <pc:spChg chg="mod">
          <ac:chgData name="Yadollah Yaghoobzadeh" userId="6e47bfdd41a25f50" providerId="LiveId" clId="{75921ECD-35D7-485E-BE24-10EA5329EB22}" dt="2026-05-17T06:21:27.301" v="53" actId="27636"/>
          <ac:spMkLst>
            <pc:docMk/>
            <pc:sldMk cId="1385090680" sldId="564"/>
            <ac:spMk id="2" creationId="{362B89F1-CE3C-A930-C129-CB6BF56A2EF3}"/>
          </ac:spMkLst>
        </pc:spChg>
        <pc:spChg chg="mod">
          <ac:chgData name="Yadollah Yaghoobzadeh" userId="6e47bfdd41a25f50" providerId="LiveId" clId="{75921ECD-35D7-485E-BE24-10EA5329EB22}" dt="2026-05-17T06:21:27.301" v="52" actId="27636"/>
          <ac:spMkLst>
            <pc:docMk/>
            <pc:sldMk cId="1385090680" sldId="564"/>
            <ac:spMk id="3" creationId="{9C611A69-1494-D86E-5D54-4FB053BB1E56}"/>
          </ac:spMkLst>
        </pc:spChg>
      </pc:sldChg>
      <pc:sldChg chg="modSp add mod">
        <pc:chgData name="Yadollah Yaghoobzadeh" userId="6e47bfdd41a25f50" providerId="LiveId" clId="{75921ECD-35D7-485E-BE24-10EA5329EB22}" dt="2026-05-17T06:21:27.304" v="54" actId="27636"/>
        <pc:sldMkLst>
          <pc:docMk/>
          <pc:sldMk cId="1924463976" sldId="565"/>
        </pc:sldMkLst>
        <pc:spChg chg="mod">
          <ac:chgData name="Yadollah Yaghoobzadeh" userId="6e47bfdd41a25f50" providerId="LiveId" clId="{75921ECD-35D7-485E-BE24-10EA5329EB22}" dt="2026-05-17T06:21:27.304" v="54" actId="27636"/>
          <ac:spMkLst>
            <pc:docMk/>
            <pc:sldMk cId="1924463976" sldId="565"/>
            <ac:spMk id="7" creationId="{C1C51D22-85D5-2C42-A3C4-742CD79A50CD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371044156" sldId="567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890348173" sldId="568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724314125" sldId="56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670223069" sldId="57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741937137" sldId="571"/>
        </pc:sldMkLst>
      </pc:sldChg>
      <pc:sldChg chg="modSp add mod">
        <pc:chgData name="Yadollah Yaghoobzadeh" userId="6e47bfdd41a25f50" providerId="LiveId" clId="{75921ECD-35D7-485E-BE24-10EA5329EB22}" dt="2026-05-17T06:21:27.317" v="55" actId="27636"/>
        <pc:sldMkLst>
          <pc:docMk/>
          <pc:sldMk cId="4171675283" sldId="602"/>
        </pc:sldMkLst>
        <pc:spChg chg="mod">
          <ac:chgData name="Yadollah Yaghoobzadeh" userId="6e47bfdd41a25f50" providerId="LiveId" clId="{75921ECD-35D7-485E-BE24-10EA5329EB22}" dt="2026-05-17T06:21:27.317" v="55" actId="27636"/>
          <ac:spMkLst>
            <pc:docMk/>
            <pc:sldMk cId="4171675283" sldId="602"/>
            <ac:spMk id="20483" creationId="{00000000-0000-0000-0000-00000000000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4160694351" sldId="60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978527269" sldId="613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286910321" sldId="614"/>
        </pc:sldMkLst>
      </pc:sldChg>
      <pc:sldChg chg="modSp add mod">
        <pc:chgData name="Yadollah Yaghoobzadeh" userId="6e47bfdd41a25f50" providerId="LiveId" clId="{75921ECD-35D7-485E-BE24-10EA5329EB22}" dt="2026-05-17T06:21:27.218" v="44" actId="27636"/>
        <pc:sldMkLst>
          <pc:docMk/>
          <pc:sldMk cId="3392579955" sldId="1912"/>
        </pc:sldMkLst>
        <pc:spChg chg="mod">
          <ac:chgData name="Yadollah Yaghoobzadeh" userId="6e47bfdd41a25f50" providerId="LiveId" clId="{75921ECD-35D7-485E-BE24-10EA5329EB22}" dt="2026-05-17T06:21:27.218" v="44" actId="27636"/>
          <ac:spMkLst>
            <pc:docMk/>
            <pc:sldMk cId="3392579955" sldId="1912"/>
            <ac:spMk id="2" creationId="{8CE2912D-A118-5079-D10E-E43439FE4860}"/>
          </ac:spMkLst>
        </pc:spChg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080107590" sldId="1926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1574848999" sldId="1989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802611643" sldId="1990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3105107390" sldId="2014"/>
        </pc:sldMkLst>
      </pc:sldChg>
      <pc:sldChg chg="add">
        <pc:chgData name="Yadollah Yaghoobzadeh" userId="6e47bfdd41a25f50" providerId="LiveId" clId="{75921ECD-35D7-485E-BE24-10EA5329EB22}" dt="2026-05-17T06:21:27.086" v="38"/>
        <pc:sldMkLst>
          <pc:docMk/>
          <pc:sldMk cId="2612557404" sldId="2015"/>
        </pc:sldMkLst>
      </pc:sldChg>
      <pc:sldChg chg="modSp add mod">
        <pc:chgData name="Yadollah Yaghoobzadeh" userId="6e47bfdd41a25f50" providerId="LiveId" clId="{75921ECD-35D7-485E-BE24-10EA5329EB22}" dt="2026-05-17T06:21:27.224" v="45" actId="27636"/>
        <pc:sldMkLst>
          <pc:docMk/>
          <pc:sldMk cId="7363662" sldId="2018"/>
        </pc:sldMkLst>
        <pc:spChg chg="mod">
          <ac:chgData name="Yadollah Yaghoobzadeh" userId="6e47bfdd41a25f50" providerId="LiveId" clId="{75921ECD-35D7-485E-BE24-10EA5329EB22}" dt="2026-05-17T06:21:27.224" v="45" actId="27636"/>
          <ac:spMkLst>
            <pc:docMk/>
            <pc:sldMk cId="7363662" sldId="2018"/>
            <ac:spMk id="2" creationId="{E111C60E-E1AE-B244-F6A3-78D074A4E74E}"/>
          </ac:spMkLst>
        </pc:spChg>
      </pc:sldChg>
      <pc:sldChg chg="modSp add mod">
        <pc:chgData name="Yadollah Yaghoobzadeh" userId="6e47bfdd41a25f50" providerId="LiveId" clId="{75921ECD-35D7-485E-BE24-10EA5329EB22}" dt="2026-05-17T06:21:27.227" v="46" actId="27636"/>
        <pc:sldMkLst>
          <pc:docMk/>
          <pc:sldMk cId="1678118594" sldId="2019"/>
        </pc:sldMkLst>
        <pc:spChg chg="mod">
          <ac:chgData name="Yadollah Yaghoobzadeh" userId="6e47bfdd41a25f50" providerId="LiveId" clId="{75921ECD-35D7-485E-BE24-10EA5329EB22}" dt="2026-05-17T06:21:27.227" v="46" actId="27636"/>
          <ac:spMkLst>
            <pc:docMk/>
            <pc:sldMk cId="1678118594" sldId="2019"/>
            <ac:spMk id="2" creationId="{78BFA2AF-E6DB-E37D-43CE-0F420194DA7F}"/>
          </ac:spMkLst>
        </pc:spChg>
      </pc:sldChg>
      <pc:sldMasterChg chg="delSldLayout modSldLayout">
        <pc:chgData name="Yadollah Yaghoobzadeh" userId="6e47bfdd41a25f50" providerId="LiveId" clId="{75921ECD-35D7-485E-BE24-10EA5329EB22}" dt="2026-05-17T06:21:06.045" v="37" actId="20577"/>
        <pc:sldMasterMkLst>
          <pc:docMk/>
          <pc:sldMasterMk cId="171950421" sldId="2147483779"/>
        </pc:sldMasterMkLst>
        <pc:sldLayoutChg chg="modSp mod">
          <pc:chgData name="Yadollah Yaghoobzadeh" userId="6e47bfdd41a25f50" providerId="LiveId" clId="{75921ECD-35D7-485E-BE24-10EA5329EB22}" dt="2026-05-17T06:21:06.045" v="37" actId="20577"/>
          <pc:sldLayoutMkLst>
            <pc:docMk/>
            <pc:sldMasterMk cId="171950421" sldId="2147483779"/>
            <pc:sldLayoutMk cId="367002956" sldId="2147483791"/>
          </pc:sldLayoutMkLst>
          <pc:spChg chg="mod">
            <ac:chgData name="Yadollah Yaghoobzadeh" userId="6e47bfdd41a25f50" providerId="LiveId" clId="{75921ECD-35D7-485E-BE24-10EA5329EB22}" dt="2026-05-17T06:21:06.045" v="37" actId="20577"/>
            <ac:spMkLst>
              <pc:docMk/>
              <pc:sldMasterMk cId="171950421" sldId="2147483779"/>
              <pc:sldLayoutMk cId="367002956" sldId="2147483791"/>
              <ac:spMk id="3" creationId="{589C87D7-4FFF-3090-7978-ACE9D0723D25}"/>
            </ac:spMkLst>
          </pc:spChg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2541672312" sldId="2147483792"/>
          </pc:sldLayoutMkLst>
        </pc:sldLayoutChg>
        <pc:sldLayoutChg chg="del">
          <pc:chgData name="Yadollah Yaghoobzadeh" userId="6e47bfdd41a25f50" providerId="LiveId" clId="{75921ECD-35D7-485E-BE24-10EA5329EB22}" dt="2026-05-17T06:20:13.421" v="0" actId="47"/>
          <pc:sldLayoutMkLst>
            <pc:docMk/>
            <pc:sldMasterMk cId="171950421" sldId="2147483779"/>
            <pc:sldLayoutMk cId="4022510976" sldId="2147483793"/>
          </pc:sldLayoutMkLst>
        </pc:sldLayoutChg>
      </pc:sldMasterChg>
    </pc:docChg>
  </pc:docChgLst>
  <pc:docChgLst>
    <pc:chgData name="Yadollah Yaghoobzadeh" userId="6e47bfdd41a25f50" providerId="LiveId" clId="{7E68FCE6-4061-46C4-8037-74AC9E894220}"/>
    <pc:docChg chg="delSld">
      <pc:chgData name="Yadollah Yaghoobzadeh" userId="6e47bfdd41a25f50" providerId="LiveId" clId="{7E68FCE6-4061-46C4-8037-74AC9E894220}" dt="2026-05-30T04:34:49.362" v="1" actId="47"/>
      <pc:docMkLst>
        <pc:docMk/>
      </pc:docMkLst>
      <pc:sldChg chg="del">
        <pc:chgData name="Yadollah Yaghoobzadeh" userId="6e47bfdd41a25f50" providerId="LiveId" clId="{7E68FCE6-4061-46C4-8037-74AC9E894220}" dt="2026-05-30T04:34:48.325" v="0" actId="47"/>
        <pc:sldMkLst>
          <pc:docMk/>
          <pc:sldMk cId="7363662" sldId="2018"/>
        </pc:sldMkLst>
      </pc:sldChg>
      <pc:sldChg chg="del">
        <pc:chgData name="Yadollah Yaghoobzadeh" userId="6e47bfdd41a25f50" providerId="LiveId" clId="{7E68FCE6-4061-46C4-8037-74AC9E894220}" dt="2026-05-30T04:34:49.362" v="1" actId="47"/>
        <pc:sldMkLst>
          <pc:docMk/>
          <pc:sldMk cId="1678118594" sldId="201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B59005-A619-4B65-B892-C09CB53A20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6133B-BA9E-F6F4-E06F-18466584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97421A5B-F21D-A104-BD7B-31D206B0E6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charset="0"/>
                <a:ea typeface="ＭＳ Ｐゴシック" charset="0"/>
              </a:defRPr>
            </a:lvl9pPr>
          </a:lstStyle>
          <a:p>
            <a:pPr eaLnBrk="1" hangingPunct="1"/>
            <a:fld id="{E69DF897-5E92-F241-9A21-E64EA536231D}" type="slidenum">
              <a:rPr lang="en-US" sz="1200"/>
              <a:pPr eaLnBrk="1" hangingPunct="1"/>
              <a:t>2</a:t>
            </a:fld>
            <a:endParaRPr lang="en-US" sz="1200"/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313754B9-F284-51B4-FFD5-4BC88B3EBD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90513" y="704850"/>
            <a:ext cx="6264275" cy="3524250"/>
          </a:xfrm>
          <a:ln/>
        </p:spPr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BD16B14-474F-8F07-404D-0DE531C28D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>
              <a:latin typeface="Arial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06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23361-214D-C589-BB67-8E658B2402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65B0F7-2246-AF5F-F1CC-47C98F52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17C97-F6FA-F89B-C4E0-81CA706F6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778D10-3BA3-A099-49CF-9EA2662DE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38B7C-BF35-6C55-1052-93A36ECBC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49007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F6C6-401D-5425-C0A4-8FE4DA111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D3273-5B2F-F348-2D10-D63AB85D6D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017AC-443B-9E07-2392-539FBB760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D3D793-CFA8-FEDB-D11F-5F72B7FD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8105B-B082-DEB1-15F6-3F025A556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1613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CB3F-3F9C-5D87-8DD0-E995E61F7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EA28A-090E-AE89-C146-99E1DEDA8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D0CAB-8C83-10DE-C6D3-2604F3E0B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95B0F-09FE-404F-752B-3EE560F7D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687EA-197A-9433-DFCA-D96DA62F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7100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D02D6-69B1-942B-4B8C-67EFF5D64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0DD98-0DE0-18F6-7E4C-F755EB3BFA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616E7-0806-BAC4-7810-34F2595464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1747F-CBDF-4B64-A08D-D6C3BE6BB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D35A1-B968-3972-56E5-D67F8D5E9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D6EDA-FB05-1961-D261-EAA387FE4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76386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2B86D-5C31-DD23-C282-F82AB1BB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530224-3576-16FF-266D-3E5C35F51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15D63-DC12-3CEB-FA76-74F858E819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970A42-54C2-749E-25C4-CE66CB8DC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0D41A4-9ED6-DAB5-754B-3198AD1811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D52E5-6BC8-B35A-18B5-246634B7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E598BD-D6D2-DD3E-1747-6F2280A6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C2C19E-91C2-5904-DAD3-CCCA76FC8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79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AC76A-F0F6-25F4-7BE3-6D3261766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4FE98-8169-8BDC-EC32-6F710B79E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D1591A-0EB3-08C2-C0DE-25BC26960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3C1107-8C69-EA41-F68A-EC63673D7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70286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94DDF2-DC4D-306E-FC80-2D6A949A8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5CCC7-F623-557C-DC89-9358813A3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777E2-B664-49AA-95D4-B71F55BC5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157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29EB7-E045-76E3-BC5C-EB336FCFF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32F1C-9821-EDB9-5009-139C589E8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FDFBFD-83FD-FAFC-B801-96B495A4E6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CBD51F-0410-6C16-3EA6-6D3F1AFD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AB25D-9EB8-A6CF-4866-61594ABC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4E9A7-37F4-6E0C-0815-40E3124B1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14159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4952-7749-E6DB-EF47-FDBE96C36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749A48-FDC1-C4F3-46AC-1FA20FB4D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2DFE33-1DF1-5686-7F73-35219511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6DB978-907C-0C2A-9C78-982A8260B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AA69E1-6044-8D1B-53D1-D643E256F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DD55A-8664-6338-8F75-12F02BD22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335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FE231-7FAB-82F4-8201-B079B58C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F3EC12-794D-AD7E-6AEA-9E37C9007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CF860-D40A-6EC3-02A8-066BD59B3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BBA6-E492-6923-0436-215CC79F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23ED5-F4FC-B723-1BB3-8642C4903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3582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9036E-50B2-3321-E490-0902DA606F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4BB259-B0D7-59EF-3B28-A55324BB1D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9A0B7-F973-6C40-D8FE-E28C12867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C71DF1-0D03-32CD-F449-B6A696F02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39AF6-8E8A-C214-605E-EF7B59BD4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529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a data science course logo with a computer on a white background. Image 1 of 4">
            <a:extLst>
              <a:ext uri="{FF2B5EF4-FFF2-40B4-BE49-F238E27FC236}">
                <a16:creationId xmlns:a16="http://schemas.microsoft.com/office/drawing/2014/main" id="{ED991132-C7D0-F6BF-E60C-F201A774E2E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912"/>
            <a:ext cx="6791088" cy="6791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791088" y="1916581"/>
            <a:ext cx="5315567" cy="2048257"/>
          </a:xfrm>
          <a:noFill/>
        </p:spPr>
        <p:txBody>
          <a:bodyPr/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C87D7-4FFF-3090-7978-ACE9D0723D25}"/>
              </a:ext>
            </a:extLst>
          </p:cNvPr>
          <p:cNvSpPr/>
          <p:nvPr userDrawn="1"/>
        </p:nvSpPr>
        <p:spPr>
          <a:xfrm>
            <a:off x="7728288" y="4828847"/>
            <a:ext cx="370806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Introduction to Data Science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1405</a:t>
            </a:r>
          </a:p>
        </p:txBody>
      </p:sp>
      <p:pic>
        <p:nvPicPr>
          <p:cNvPr id="4" name="Picture 2" descr="Image result for دانشگاه تهران">
            <a:extLst>
              <a:ext uri="{FF2B5EF4-FFF2-40B4-BE49-F238E27FC236}">
                <a16:creationId xmlns:a16="http://schemas.microsoft.com/office/drawing/2014/main" id="{4EE2C0F7-E841-F221-FAA3-698B622960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86" y="135728"/>
            <a:ext cx="1188720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result for دانشکده فنی لوگو">
            <a:extLst>
              <a:ext uri="{FF2B5EF4-FFF2-40B4-BE49-F238E27FC236}">
                <a16:creationId xmlns:a16="http://schemas.microsoft.com/office/drawing/2014/main" id="{7AC4FE1A-0D05-1400-159B-DD9CB0042A0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6060" y="135728"/>
            <a:ext cx="1587962" cy="118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153CD1-7942-836F-9936-BEBB1266800F}"/>
              </a:ext>
            </a:extLst>
          </p:cNvPr>
          <p:cNvSpPr/>
          <p:nvPr userDrawn="1"/>
        </p:nvSpPr>
        <p:spPr>
          <a:xfrm>
            <a:off x="8378637" y="5943600"/>
            <a:ext cx="26597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800" b="0" dirty="0">
                <a:latin typeface="+mj-lt"/>
              </a:rPr>
              <a:t>Yadollah Yaghoobzadeh</a:t>
            </a:r>
          </a:p>
        </p:txBody>
      </p:sp>
    </p:spTree>
    <p:extLst>
      <p:ext uri="{BB962C8B-B14F-4D97-AF65-F5344CB8AC3E}">
        <p14:creationId xmlns:p14="http://schemas.microsoft.com/office/powerpoint/2010/main" val="36700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D482A-0729-0447-26C4-795EBADAC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1BDAD-2755-489C-8030-9E6C16574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DF2E5-BE66-F442-C39E-1AE4C134C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262B0-8688-5A07-2529-503B41A731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5B2D0-FAA3-EF81-D7F0-E449C5863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0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~jurafsky/slp3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CCB048-B67C-E79B-1CAC-1D9CA1807D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" sz="4000" dirty="0">
                <a:latin typeface="Consolas" panose="020B0609020204030204" pitchFamily="49" charset="0"/>
                <a:sym typeface="Consolas"/>
              </a:rPr>
              <a:t>Retrieval augmented generation &amp; </a:t>
            </a:r>
            <a:br>
              <a:rPr lang="en" sz="4000" dirty="0">
                <a:latin typeface="Consolas" panose="020B0609020204030204" pitchFamily="49" charset="0"/>
                <a:sym typeface="Consolas"/>
              </a:rPr>
            </a:br>
            <a:r>
              <a:rPr lang="en" sz="4000" dirty="0">
                <a:latin typeface="Consolas" panose="020B0609020204030204" pitchFamily="49" charset="0"/>
                <a:sym typeface="Consolas"/>
              </a:rPr>
              <a:t>LLM agents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3AD516-9370-3827-DF97-F8B64741380B}"/>
              </a:ext>
            </a:extLst>
          </p:cNvPr>
          <p:cNvSpPr txBox="1"/>
          <p:nvPr/>
        </p:nvSpPr>
        <p:spPr>
          <a:xfrm>
            <a:off x="76993" y="6200775"/>
            <a:ext cx="54017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From: </a:t>
            </a:r>
            <a:r>
              <a:rPr lang="en-US" sz="1100" dirty="0">
                <a:hlinkClick r:id="rId3"/>
              </a:rPr>
              <a:t>https://web.stanford.edu/~jurafsky/slp3/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3F183-06F6-FA79-8BF2-63EC99E1E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6">
            <a:extLst>
              <a:ext uri="{FF2B5EF4-FFF2-40B4-BE49-F238E27FC236}">
                <a16:creationId xmlns:a16="http://schemas.microsoft.com/office/drawing/2014/main" id="{1D6C795D-527C-AD5C-9C2A-8A81CC6302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775201" y="381000"/>
            <a:ext cx="6679191" cy="195072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>
                <a:solidFill>
                  <a:srgbClr val="A4001D"/>
                </a:solidFill>
              </a:rPr>
              <a:t>Retrieval-Augmented Generation</a:t>
            </a:r>
          </a:p>
          <a:p>
            <a:pPr eaLnBrk="1" hangingPunct="1">
              <a:buFont typeface="Times" charset="0"/>
              <a:buNone/>
            </a:pPr>
            <a:endParaRPr lang="en-US" dirty="0">
              <a:latin typeface="Lucida Sans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29BF53-22A8-C555-7324-DE11A479E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70DDAE-C96B-C7D2-41D3-B5CFBB071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60609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1AE1A-7C25-D497-DCCD-70D71A6A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8438D-D7CE-251F-B879-F0E26611D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98600"/>
            <a:ext cx="11582400" cy="5588000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How to answer factual questions like</a:t>
            </a:r>
          </a:p>
          <a:p>
            <a:pPr marL="609585" indent="-60958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Where is the Louvre Museum located?</a:t>
            </a:r>
          </a:p>
          <a:p>
            <a:pPr marL="609585" indent="-609585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Where does the energy in a nuclear explosion come from?</a:t>
            </a:r>
          </a:p>
          <a:p>
            <a:pPr marL="609585" indent="-609585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78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E6C1-8F1C-FBE4-DA89-D04E9E510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 prompt an LLM!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99FA4-9061-AEDC-F068-7BCA8239D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5265003"/>
            <a:ext cx="10485120" cy="1592997"/>
          </a:xfrm>
        </p:spPr>
        <p:txBody>
          <a:bodyPr>
            <a:normAutofit/>
          </a:bodyPr>
          <a:lstStyle/>
          <a:p>
            <a:r>
              <a:rPr lang="en-US" dirty="0"/>
              <a:t>LLMs seem to store facts in the connections in their feedforward layers!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336A38-09FB-0BFD-B24F-BFF85A75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400" y="1092200"/>
            <a:ext cx="7773416" cy="3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09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FA5B9-6FDF-A009-8B3B-FE55F9DF3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81001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But there are issues!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9F29F-63EB-02ED-CB40-CCD114392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97680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16F13-A43A-1D9B-EB97-1B9470BF2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7928B-EEA4-7C70-90D8-3C36D891D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81001"/>
            <a:ext cx="10058400" cy="907196"/>
          </a:xfrm>
        </p:spPr>
        <p:txBody>
          <a:bodyPr>
            <a:normAutofit/>
          </a:bodyPr>
          <a:lstStyle/>
          <a:p>
            <a:r>
              <a:rPr lang="en-US" dirty="0"/>
              <a:t>LLMs Hallucinate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3752C-4B57-D3C3-9E45-FC7B68F39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Hallucination: a response that is not faithful to the facts of the world. </a:t>
            </a:r>
          </a:p>
          <a:p>
            <a:r>
              <a:rPr lang="en-US" dirty="0"/>
              <a:t>In the legal domain LLMs were shown to hallucinate up to 88% of the time!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2F6468-5448-AC7A-7313-B9972CF647AF}"/>
              </a:ext>
            </a:extLst>
          </p:cNvPr>
          <p:cNvSpPr txBox="1"/>
          <p:nvPr/>
        </p:nvSpPr>
        <p:spPr>
          <a:xfrm>
            <a:off x="7620000" y="3886201"/>
            <a:ext cx="61298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Raleway" pitchFamily="2" charset="77"/>
              </a:rPr>
              <a:t>Dahl et al. (2024)</a:t>
            </a:r>
          </a:p>
        </p:txBody>
      </p:sp>
    </p:spTree>
    <p:extLst>
      <p:ext uri="{BB962C8B-B14F-4D97-AF65-F5344CB8AC3E}">
        <p14:creationId xmlns:p14="http://schemas.microsoft.com/office/powerpoint/2010/main" val="296065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0E521-761A-486D-5F5F-84ABAEE5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Can't use Proprietary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E83F0-B0FE-F556-894F-7EB812F9C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People need to ask questions about: 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personal email. 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healthcare applications to medical records.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internal corporate documents 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legal documents discovery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26C097-666B-E794-AB9B-A8D3608EDBAF}"/>
              </a:ext>
            </a:extLst>
          </p:cNvPr>
          <p:cNvSpPr txBox="1"/>
          <p:nvPr/>
        </p:nvSpPr>
        <p:spPr>
          <a:xfrm>
            <a:off x="2781300" y="4967549"/>
            <a:ext cx="6096000" cy="73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What does our course syllabus say about the final project?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84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4059-33D7-89A1-03B6-A83433FD6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Can't Handle Dynamic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F47A1-9AE2-2B12-B780-DFA628E20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LLMs can't answer questions about rapidly changing information</a:t>
            </a:r>
          </a:p>
          <a:p>
            <a:r>
              <a:rPr lang="en-US" dirty="0"/>
              <a:t>Things that happened last week</a:t>
            </a:r>
          </a:p>
          <a:p>
            <a:r>
              <a:rPr lang="en-US" dirty="0"/>
              <a:t>In general, data shifts over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48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92037-FB7B-DD20-28AD-A55C0C71C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00267-DCFE-CBC6-2A3B-F6FEF4B53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267" dirty="0"/>
              <a:t>Retrieval-Augmented Generation</a:t>
            </a:r>
          </a:p>
          <a:p>
            <a:pPr marL="685783" indent="-685783">
              <a:buFont typeface="+mj-lt"/>
              <a:buAutoNum type="arabicPeriod"/>
            </a:pPr>
            <a:r>
              <a:rPr lang="en-US" sz="4267" dirty="0"/>
              <a:t>Use IR to </a:t>
            </a:r>
            <a:r>
              <a:rPr lang="en-US" sz="4267" b="1" dirty="0"/>
              <a:t>retrieve</a:t>
            </a:r>
            <a:r>
              <a:rPr lang="en-US" sz="4267" dirty="0"/>
              <a:t> documents from some collection</a:t>
            </a:r>
          </a:p>
          <a:p>
            <a:pPr marL="685783" indent="-685783">
              <a:buFont typeface="+mj-lt"/>
              <a:buAutoNum type="arabicPeriod"/>
            </a:pPr>
            <a:r>
              <a:rPr lang="en-US" sz="4267" dirty="0"/>
              <a:t>Then use LLM to </a:t>
            </a:r>
            <a:r>
              <a:rPr lang="en-US" sz="4267" b="1" dirty="0"/>
              <a:t>generate</a:t>
            </a:r>
            <a:r>
              <a:rPr lang="en-US" sz="4267" dirty="0"/>
              <a:t> an answer conditioned on the documents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1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25A4-F874-7692-9802-9392587B0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59603"/>
            <a:ext cx="10789920" cy="907196"/>
          </a:xfrm>
        </p:spPr>
        <p:txBody>
          <a:bodyPr>
            <a:normAutofit/>
          </a:bodyPr>
          <a:lstStyle/>
          <a:p>
            <a:r>
              <a:rPr lang="en-US" dirty="0"/>
              <a:t>Retrieval Augmented Generation (RAG)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0BA160-C370-38B1-95A5-1A071F211B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213" y="2006600"/>
            <a:ext cx="11366007" cy="3371341"/>
          </a:xfrm>
        </p:spPr>
      </p:pic>
    </p:spTree>
    <p:extLst>
      <p:ext uri="{BB962C8B-B14F-4D97-AF65-F5344CB8AC3E}">
        <p14:creationId xmlns:p14="http://schemas.microsoft.com/office/powerpoint/2010/main" val="3538549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820F4-7CE0-9A11-A9E2-878D13854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0456E-BFDD-2486-ECFF-470D37F9D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Given a document collection D and a user query q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Call a retriever to return top </a:t>
            </a:r>
            <a:r>
              <a:rPr lang="en-US" i="1" dirty="0"/>
              <a:t>k</a:t>
            </a:r>
            <a:r>
              <a:rPr lang="en-US" dirty="0"/>
              <a:t> passages 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Create a prompt that includes </a:t>
            </a:r>
            <a:r>
              <a:rPr lang="en-US" i="1" dirty="0"/>
              <a:t>q</a:t>
            </a:r>
            <a:r>
              <a:rPr lang="en-US" dirty="0"/>
              <a:t> and the passages</a:t>
            </a:r>
          </a:p>
          <a:p>
            <a:pPr marL="609585" indent="-609585">
              <a:buFont typeface="Arial" panose="020B0604020202020204" pitchFamily="34" charset="0"/>
              <a:buChar char="•"/>
            </a:pPr>
            <a:r>
              <a:rPr lang="en-US" dirty="0"/>
              <a:t>Call an LLM with the prompt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7964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6EF57-3050-CED9-46FB-8E334358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7CDF5-82A2-925D-083A-509C3BA35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7BEA1B-4C32-0665-AC4E-E95E5A257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1" y="948267"/>
            <a:ext cx="11096801" cy="522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9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47EB7-96F1-9A95-C1BB-AF916BF61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EF0526-B666-BB22-E22A-611647851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From: https://newsletter.maartengrootendorst.com/p/a-visual-guide-to-llm-agents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3EF5-B849-5B5F-C218-7AF7B450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4614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EAA7F-A9F7-1531-2C2C-320AE33DC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E0EF9-8F02-A054-089E-5624D031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42F8A-CA05-F327-0347-EF292D49ADFA}"/>
              </a:ext>
            </a:extLst>
          </p:cNvPr>
          <p:cNvSpPr txBox="1"/>
          <p:nvPr/>
        </p:nvSpPr>
        <p:spPr>
          <a:xfrm>
            <a:off x="2291443" y="2363764"/>
            <a:ext cx="81969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1" dirty="0">
                <a:solidFill>
                  <a:srgbClr val="363737"/>
                </a:solidFill>
                <a:effectLst/>
                <a:latin typeface="Spectral"/>
              </a:rPr>
              <a:t>An </a:t>
            </a:r>
            <a:r>
              <a:rPr lang="en-US" sz="2800" b="1" i="1" dirty="0">
                <a:solidFill>
                  <a:srgbClr val="363737"/>
                </a:solidFill>
                <a:effectLst/>
                <a:latin typeface="Spectral"/>
              </a:rPr>
              <a:t>agent</a:t>
            </a:r>
            <a:r>
              <a:rPr lang="en-US" sz="2800" b="0" i="1" dirty="0">
                <a:solidFill>
                  <a:srgbClr val="363737"/>
                </a:solidFill>
                <a:effectLst/>
                <a:latin typeface="Spectral"/>
              </a:rPr>
              <a:t> is anything that can be viewed as perceiving its environment through </a:t>
            </a:r>
            <a:r>
              <a:rPr lang="en-US" sz="2800" b="1" i="1" dirty="0">
                <a:solidFill>
                  <a:srgbClr val="363737"/>
                </a:solidFill>
                <a:effectLst/>
                <a:latin typeface="Spectral"/>
              </a:rPr>
              <a:t>sensors</a:t>
            </a:r>
            <a:r>
              <a:rPr lang="en-US" sz="2800" b="0" i="1" dirty="0">
                <a:solidFill>
                  <a:srgbClr val="363737"/>
                </a:solidFill>
                <a:effectLst/>
                <a:latin typeface="Spectral"/>
              </a:rPr>
              <a:t> and acting upon that environment through </a:t>
            </a:r>
            <a:r>
              <a:rPr lang="en-US" sz="2800" b="1" i="1" dirty="0">
                <a:solidFill>
                  <a:srgbClr val="363737"/>
                </a:solidFill>
                <a:effectLst/>
                <a:latin typeface="Spectral"/>
              </a:rPr>
              <a:t>actuators</a:t>
            </a:r>
            <a:r>
              <a:rPr lang="en-US" sz="2800" b="0" i="1" dirty="0">
                <a:solidFill>
                  <a:srgbClr val="363737"/>
                </a:solidFill>
                <a:effectLst/>
                <a:latin typeface="Spectral"/>
              </a:rPr>
              <a:t>.</a:t>
            </a:r>
            <a:br>
              <a:rPr lang="en-US" sz="2800" dirty="0"/>
            </a:br>
            <a:br>
              <a:rPr lang="en-US" sz="2800" dirty="0"/>
            </a:br>
            <a:r>
              <a:rPr lang="en-US" sz="2800" b="0" i="1" dirty="0">
                <a:solidFill>
                  <a:srgbClr val="363737"/>
                </a:solidFill>
                <a:effectLst/>
                <a:latin typeface="Spectral"/>
              </a:rPr>
              <a:t>— Russell &amp; Norvig, AI: A Modern Approach (2016)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1034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876681-58C4-9C5C-0ECF-ABEBD5AD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D3B995-DB8E-9CE9-E89A-CF5046A91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15</a:t>
            </a:fld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C4A4B52-2243-AB69-C0EB-18C346411F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664" y="2018393"/>
            <a:ext cx="8419061" cy="4337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0414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5C3A-0051-393C-F44A-B6564B90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7B319-0FC5-7ED8-8881-47D802F2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F6349A5-F37B-0CE6-CD5C-A45F8A1E9F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384" y="1924368"/>
            <a:ext cx="9880829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LLM agent is an LLM-based system that can choose actions, call tools, observe results, and iteratively decide what to do next.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BD8BF-AD81-32DF-D373-F5699D3C86B4}"/>
              </a:ext>
            </a:extLst>
          </p:cNvPr>
          <p:cNvSpPr txBox="1"/>
          <p:nvPr/>
        </p:nvSpPr>
        <p:spPr>
          <a:xfrm>
            <a:off x="3107872" y="3429000"/>
            <a:ext cx="6096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User: "Compare this year's project rules with last year's."</a:t>
            </a:r>
          </a:p>
          <a:p>
            <a:r>
              <a:rPr lang="en-US" sz="2000" dirty="0"/>
              <a:t>Agent:</a:t>
            </a:r>
          </a:p>
          <a:p>
            <a:r>
              <a:rPr lang="en-US" sz="2000" dirty="0"/>
              <a:t>  1. Search current syllabus</a:t>
            </a:r>
          </a:p>
          <a:p>
            <a:r>
              <a:rPr lang="en-US" sz="2000" dirty="0"/>
              <a:t>  2. Search old syllabus</a:t>
            </a:r>
          </a:p>
          <a:p>
            <a:r>
              <a:rPr lang="en-US" sz="2000" dirty="0"/>
              <a:t>  3. Retrieve relevant chunks</a:t>
            </a:r>
          </a:p>
          <a:p>
            <a:r>
              <a:rPr lang="en-US" sz="2000" dirty="0"/>
              <a:t>  4. Compare differences</a:t>
            </a:r>
          </a:p>
          <a:p>
            <a:r>
              <a:rPr lang="en-US" sz="2000" dirty="0"/>
              <a:t>  5. Produce answer with evidence</a:t>
            </a:r>
          </a:p>
        </p:txBody>
      </p:sp>
    </p:spTree>
    <p:extLst>
      <p:ext uri="{BB962C8B-B14F-4D97-AF65-F5344CB8AC3E}">
        <p14:creationId xmlns:p14="http://schemas.microsoft.com/office/powerpoint/2010/main" val="3345744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CA8BD-4233-D6E6-5370-5539059AB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agent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927A31-52FF-BB66-17D7-8D261CCF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17</a:t>
            </a:fld>
            <a:endParaRPr lang="en-US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8EDD73-63D3-9A28-9D4E-CAFE1A8D49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3821" y="1805956"/>
            <a:ext cx="9614808" cy="4954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7108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E567-C21B-8BFE-B42E-B54265F9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080A1D-4F89-3EF3-4CA3-90C78FBF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18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E39931D-92D7-11C1-52C8-E321D666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07" y="1813862"/>
            <a:ext cx="6449786" cy="449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8488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BFF79-236C-A8F1-F387-F1F78EA7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D9304A-2308-BF42-D37F-929B27766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19</a:t>
            </a:fld>
            <a:endParaRPr lang="en-US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AD86A11-C05E-38E2-16A5-AD68CBD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9662" y="1890363"/>
            <a:ext cx="7432675" cy="4880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9095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5D7A004-84A6-414C-71D6-5A65A867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Augmenting LLMs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A308E-60E9-838F-2C66-CA0102FFC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B13C08-979E-2279-2349-33C3CD925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8543" y="2650991"/>
            <a:ext cx="8822871" cy="2429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723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BAC589-21E3-92EC-AE7E-296DDD24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Augmenting LLMs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91AA9D-B5A1-644E-8D1E-4A676EB8C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21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E0CC63-1227-0169-21AE-F35EDAA1E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372" y="2177129"/>
            <a:ext cx="10836729" cy="4750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15870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DD24-E6B8-0BEB-B549-90BFBB6B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1035D0-B1FA-7ED9-B445-5A035B4C5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22</a:t>
            </a:fld>
            <a:endParaRPr lang="en-US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2307B08A-8D21-8F16-3C30-F1B4474AEA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413" y="2677083"/>
            <a:ext cx="9397740" cy="2738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7775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6E567-C21B-8BFE-B42E-B54265F9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E080A1D-4F89-3EF3-4CA3-90C78FBFE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23</a:t>
            </a:fld>
            <a:endParaRPr lang="en-US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E39931D-92D7-11C1-52C8-E321D6667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107" y="1813862"/>
            <a:ext cx="6449786" cy="4499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9327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58251-0B21-7DD0-66AA-C602DA4B4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 through reasoning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57CB75-D463-4F38-5C42-273859D28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24</a:t>
            </a:fld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F782ED31-669A-7471-8690-01D32FAFD0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550" y="2131829"/>
            <a:ext cx="8226879" cy="4184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8909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D574-2E09-B54E-49ED-DEE6BDAF4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815E15-A4E4-21C7-73F2-E91C76BA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25</a:t>
            </a:fld>
            <a:endParaRPr lang="en-US"/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248A030A-7376-1ACB-F728-254A9638A8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8128" y="2056422"/>
            <a:ext cx="6215743" cy="462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0016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B239C-B6E3-6ED7-558D-0E9E182E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context of LLM as memory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38769A-E539-A43F-7DBB-DBE9D9025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26</a:t>
            </a:fld>
            <a:endParaRPr lang="en-US"/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A865BB6-A76F-FB63-2FAC-FFB0D2A8C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1880507"/>
            <a:ext cx="9829800" cy="438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8090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6FED-E47A-270E-FBFC-9E4EB3E5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Summarizing context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A156BB-DDA5-72DF-82C2-73F56548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27</a:t>
            </a:fld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7F6D1632-9381-978A-D188-7E1440EB5F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2371" y="2029784"/>
            <a:ext cx="7627257" cy="469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203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72FF4-1BFE-49FB-8756-DADBC42AA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memory: using RAG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C19F3-D51F-E675-86A6-18052A49A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28</a:t>
            </a:fld>
            <a:endParaRPr 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7645F751-0865-9CB0-84C7-D04ACCD12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0622" y="2084064"/>
            <a:ext cx="6566807" cy="4216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4816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B91A-9ECF-B6E7-C7FB-5BFB0E27A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Long-term memory: using RAG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40252F-CD77-6C0F-AAAA-0FC0C92D1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29</a:t>
            </a:fld>
            <a:endParaRPr lang="en-US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FF38B756-4411-2542-E4DC-025F26306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1455" y="1777062"/>
            <a:ext cx="6997473" cy="5146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9396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87781-715C-0F9D-0710-A1C004188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10F07AA-984B-6FEF-E786-AEDC90A23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30</a:t>
            </a:fld>
            <a:endParaRPr lang="en-US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10F8325-F416-E682-5FCE-FEF28C904A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643" y="2639104"/>
            <a:ext cx="10673443" cy="1476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5146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7C586-B5BC-FD9A-DBC5-56354555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Tools: API calling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BA8C97-87D5-7684-2B77-94621E306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31</a:t>
            </a:fld>
            <a:endParaRPr lang="en-US"/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6F06FBC7-B23C-A758-6D7F-FBD5F37BA2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58" y="2542361"/>
            <a:ext cx="10009414" cy="2880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428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21416-CCC7-E0E3-F6F8-B5C3740C0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multiple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C1034D-AEC7-AE09-A261-A9E0E405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32</a:t>
            </a:fld>
            <a:endParaRPr lang="en-US"/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0710AAA8-FF4E-3145-F9E3-5D1C64ED8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1229" y="2409438"/>
            <a:ext cx="10515600" cy="38488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57449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A1BDA2-77E3-8CE8-120A-AA649FF8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33</a:t>
            </a:fld>
            <a:endParaRPr lang="en-US"/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4ADF6957-34DC-A4E9-CEDA-86A1A3BB0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636" y="685800"/>
            <a:ext cx="9581164" cy="5586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910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65CB7-091D-CF1A-F89D-4BDC8951E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706029-ED97-9D61-54B7-9FB2ABDF7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34</a:t>
            </a:fld>
            <a:endParaRPr lang="en-US"/>
          </a:p>
        </p:txBody>
      </p:sp>
      <p:pic>
        <p:nvPicPr>
          <p:cNvPr id="21506" name="Picture 2">
            <a:extLst>
              <a:ext uri="{FF2B5EF4-FFF2-40B4-BE49-F238E27FC236}">
                <a16:creationId xmlns:a16="http://schemas.microsoft.com/office/drawing/2014/main" id="{5E645FDE-5DEA-C3A5-919D-A9CFED563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028700"/>
            <a:ext cx="11696700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422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57BE8-9A3A-C2DB-7931-BB158FF8D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critical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127157-F65C-B134-458E-A5FBF9A61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D00882-420D-446F-B065-6675A463A27F}" type="slidenum">
              <a:rPr lang="en-US" smtClean="0"/>
              <a:t>35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2CB33B7-9EB2-24B7-3737-23B13DD56B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 the agent choose the right tool?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 it call tools unnecessarily?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 it enter a loop?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Did it expose private data?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we audit its intermediate actions?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Is the system deterministic enough for production? </a:t>
            </a:r>
          </a:p>
        </p:txBody>
      </p:sp>
    </p:spTree>
    <p:extLst>
      <p:ext uri="{BB962C8B-B14F-4D97-AF65-F5344CB8AC3E}">
        <p14:creationId xmlns:p14="http://schemas.microsoft.com/office/powerpoint/2010/main" val="947516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18666</TotalTime>
  <Words>473</Words>
  <Application>Microsoft Office PowerPoint</Application>
  <PresentationFormat>Widescreen</PresentationFormat>
  <Paragraphs>96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Aptos</vt:lpstr>
      <vt:lpstr>Aptos Display</vt:lpstr>
      <vt:lpstr>Arial</vt:lpstr>
      <vt:lpstr>Calibri</vt:lpstr>
      <vt:lpstr>Consolas</vt:lpstr>
      <vt:lpstr>Lucida Sans</vt:lpstr>
      <vt:lpstr>Raleway</vt:lpstr>
      <vt:lpstr>Spectral</vt:lpstr>
      <vt:lpstr>Times</vt:lpstr>
      <vt:lpstr>Office Theme</vt:lpstr>
      <vt:lpstr>Retrieval augmented generation &amp;  LLM agents</vt:lpstr>
      <vt:lpstr>PowerPoint Presentation</vt:lpstr>
      <vt:lpstr>PowerPoint Presentation</vt:lpstr>
      <vt:lpstr>Just prompt an LLM!</vt:lpstr>
      <vt:lpstr>But there are issues!</vt:lpstr>
      <vt:lpstr>LLMs Hallucinate</vt:lpstr>
      <vt:lpstr>Can't use Proprietary Data</vt:lpstr>
      <vt:lpstr>Can't Handle Dynamic Data</vt:lpstr>
      <vt:lpstr>Solution: RAG</vt:lpstr>
      <vt:lpstr>Retrieval Augmented Generation (RAG)</vt:lpstr>
      <vt:lpstr>Basic RAG</vt:lpstr>
      <vt:lpstr>PowerPoint Presentation</vt:lpstr>
      <vt:lpstr>LLM agents</vt:lpstr>
      <vt:lpstr>Agents</vt:lpstr>
      <vt:lpstr>Agents</vt:lpstr>
      <vt:lpstr>LLM agents</vt:lpstr>
      <vt:lpstr>LLM agent</vt:lpstr>
      <vt:lpstr>PowerPoint Presentation</vt:lpstr>
      <vt:lpstr>PowerPoint Presentation</vt:lpstr>
      <vt:lpstr>Augmenting LLMs</vt:lpstr>
      <vt:lpstr>Augmenting LLMs</vt:lpstr>
      <vt:lpstr>Choosing tools</vt:lpstr>
      <vt:lpstr>PowerPoint Presentation</vt:lpstr>
      <vt:lpstr>Planning through reasoning</vt:lpstr>
      <vt:lpstr>Memory</vt:lpstr>
      <vt:lpstr>Using context of LLM as memory</vt:lpstr>
      <vt:lpstr>Summarizing context</vt:lpstr>
      <vt:lpstr>Long-term memory: using RAG</vt:lpstr>
      <vt:lpstr>Long-term memory: using RAG</vt:lpstr>
      <vt:lpstr>Tools</vt:lpstr>
      <vt:lpstr>Tools: API calling</vt:lpstr>
      <vt:lpstr>Using multiple tools</vt:lpstr>
      <vt:lpstr>PowerPoint Presentation</vt:lpstr>
      <vt:lpstr>PowerPoint Presentation</vt:lpstr>
      <vt:lpstr>Some critical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525</cp:revision>
  <dcterms:created xsi:type="dcterms:W3CDTF">2021-09-22T08:38:12Z</dcterms:created>
  <dcterms:modified xsi:type="dcterms:W3CDTF">2026-06-09T07:27:13Z</dcterms:modified>
</cp:coreProperties>
</file>