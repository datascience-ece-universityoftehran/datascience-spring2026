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23"/>
  </p:notesMasterIdLst>
  <p:sldIdLst>
    <p:sldId id="367" r:id="rId2"/>
    <p:sldId id="382" r:id="rId3"/>
    <p:sldId id="369" r:id="rId4"/>
    <p:sldId id="258" r:id="rId5"/>
    <p:sldId id="371" r:id="rId6"/>
    <p:sldId id="383" r:id="rId7"/>
    <p:sldId id="387" r:id="rId8"/>
    <p:sldId id="373" r:id="rId9"/>
    <p:sldId id="388" r:id="rId10"/>
    <p:sldId id="389" r:id="rId11"/>
    <p:sldId id="384" r:id="rId12"/>
    <p:sldId id="385" r:id="rId13"/>
    <p:sldId id="264" r:id="rId14"/>
    <p:sldId id="265" r:id="rId15"/>
    <p:sldId id="266" r:id="rId16"/>
    <p:sldId id="267" r:id="rId17"/>
    <p:sldId id="390" r:id="rId18"/>
    <p:sldId id="268" r:id="rId19"/>
    <p:sldId id="269" r:id="rId20"/>
    <p:sldId id="270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4" autoAdjust="0"/>
    <p:restoredTop sz="94057" autoAdjust="0"/>
  </p:normalViewPr>
  <p:slideViewPr>
    <p:cSldViewPr snapToGrid="0">
      <p:cViewPr varScale="1">
        <p:scale>
          <a:sx n="92" d="100"/>
          <a:sy n="92" d="100"/>
        </p:scale>
        <p:origin x="8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1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75921ECD-35D7-485E-BE24-10EA5329EB22}"/>
    <pc:docChg chg="custSel addSld delSld modSld modMainMaster">
      <pc:chgData name="Yadollah Yaghoobzadeh" userId="6e47bfdd41a25f50" providerId="LiveId" clId="{75921ECD-35D7-485E-BE24-10EA5329EB22}" dt="2026-05-17T06:21:27.317" v="55" actId="27636"/>
      <pc:docMkLst>
        <pc:docMk/>
      </pc:docMkLst>
      <pc:sldChg chg="add">
        <pc:chgData name="Yadollah Yaghoobzadeh" userId="6e47bfdd41a25f50" providerId="LiveId" clId="{75921ECD-35D7-485E-BE24-10EA5329EB22}" dt="2026-05-17T06:21:27.086" v="38"/>
        <pc:sldMkLst>
          <pc:docMk/>
          <pc:sldMk cId="514305899" sldId="25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83748980" sldId="26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01054559" sldId="26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5"/>
        </pc:sldMkLst>
      </pc:sldChg>
      <pc:sldChg chg="add setBg">
        <pc:chgData name="Yadollah Yaghoobzadeh" userId="6e47bfdd41a25f50" providerId="LiveId" clId="{75921ECD-35D7-485E-BE24-10EA5329EB22}" dt="2026-05-17T06:21:27.086" v="38"/>
        <pc:sldMkLst>
          <pc:docMk/>
          <pc:sldMk cId="2268663919" sldId="31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277546200" sldId="35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63572889" sldId="360"/>
        </pc:sldMkLst>
      </pc:sldChg>
      <pc:sldChg chg="modSp mod">
        <pc:chgData name="Yadollah Yaghoobzadeh" userId="6e47bfdd41a25f50" providerId="LiveId" clId="{75921ECD-35D7-485E-BE24-10EA5329EB22}" dt="2026-05-17T06:20:56.885" v="35" actId="20577"/>
        <pc:sldMkLst>
          <pc:docMk/>
          <pc:sldMk cId="1616806445" sldId="367"/>
        </pc:sldMkLst>
        <pc:spChg chg="mod">
          <ac:chgData name="Yadollah Yaghoobzadeh" userId="6e47bfdd41a25f50" providerId="LiveId" clId="{75921ECD-35D7-485E-BE24-10EA5329EB22}" dt="2026-05-17T06:20:56.885" v="35" actId="20577"/>
          <ac:spMkLst>
            <pc:docMk/>
            <pc:sldMk cId="1616806445" sldId="367"/>
            <ac:spMk id="5" creationId="{BBCCB048-B67C-E79B-1CAC-1D9CA1807D4A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54312306" sldId="36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226337331" sldId="36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514117378" sldId="3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05632738" sldId="371"/>
        </pc:sldMkLst>
      </pc:sldChg>
      <pc:sldChg chg="modSp add mod">
        <pc:chgData name="Yadollah Yaghoobzadeh" userId="6e47bfdd41a25f50" providerId="LiveId" clId="{75921ECD-35D7-485E-BE24-10EA5329EB22}" dt="2026-05-17T06:21:27.230" v="47" actId="27636"/>
        <pc:sldMkLst>
          <pc:docMk/>
          <pc:sldMk cId="276018657" sldId="372"/>
        </pc:sldMkLst>
        <pc:spChg chg="mod">
          <ac:chgData name="Yadollah Yaghoobzadeh" userId="6e47bfdd41a25f50" providerId="LiveId" clId="{75921ECD-35D7-485E-BE24-10EA5329EB22}" dt="2026-05-17T06:21:27.230" v="47" actId="27636"/>
          <ac:spMkLst>
            <pc:docMk/>
            <pc:sldMk cId="276018657" sldId="372"/>
            <ac:spMk id="2" creationId="{6D03E99D-0E49-EA39-AF60-9D26ED4DCDFD}"/>
          </ac:spMkLst>
        </pc:spChg>
      </pc:sldChg>
      <pc:sldChg chg="modSp add mod">
        <pc:chgData name="Yadollah Yaghoobzadeh" userId="6e47bfdd41a25f50" providerId="LiveId" clId="{75921ECD-35D7-485E-BE24-10EA5329EB22}" dt="2026-05-17T06:21:27.232" v="48" actId="27636"/>
        <pc:sldMkLst>
          <pc:docMk/>
          <pc:sldMk cId="2967625991" sldId="373"/>
        </pc:sldMkLst>
        <pc:spChg chg="mod">
          <ac:chgData name="Yadollah Yaghoobzadeh" userId="6e47bfdd41a25f50" providerId="LiveId" clId="{75921ECD-35D7-485E-BE24-10EA5329EB22}" dt="2026-05-17T06:21:27.232" v="48" actId="27636"/>
          <ac:spMkLst>
            <pc:docMk/>
            <pc:sldMk cId="2967625991" sldId="373"/>
            <ac:spMk id="4" creationId="{1DFD8370-6FB6-E1B9-101B-0EC17DBD36FB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631415618" sldId="3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731954837" sldId="37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80648139" sldId="377"/>
        </pc:sldMkLst>
      </pc:sldChg>
      <pc:sldChg chg="modSp add mod">
        <pc:chgData name="Yadollah Yaghoobzadeh" userId="6e47bfdd41a25f50" providerId="LiveId" clId="{75921ECD-35D7-485E-BE24-10EA5329EB22}" dt="2026-05-17T06:21:27.241" v="49" actId="27636"/>
        <pc:sldMkLst>
          <pc:docMk/>
          <pc:sldMk cId="4047389035" sldId="381"/>
        </pc:sldMkLst>
        <pc:spChg chg="mod">
          <ac:chgData name="Yadollah Yaghoobzadeh" userId="6e47bfdd41a25f50" providerId="LiveId" clId="{75921ECD-35D7-485E-BE24-10EA5329EB22}" dt="2026-05-17T06:21:27.241" v="49" actId="27636"/>
          <ac:spMkLst>
            <pc:docMk/>
            <pc:sldMk cId="4047389035" sldId="381"/>
            <ac:spMk id="3" creationId="{1A29863E-FC32-EFFA-BDC5-C72A19BA44D9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7353994" sldId="38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99741874" sldId="38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40457201" sldId="38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28786386" sldId="391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62444708" sldId="3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725704901" sldId="39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49154557" sldId="3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708192411" sldId="3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877443041" sldId="3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598542040" sldId="4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089343497" sldId="4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85323507" sldId="40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585223782" sldId="411"/>
        </pc:sldMkLst>
      </pc:sldChg>
      <pc:sldChg chg="modSp add mod">
        <pc:chgData name="Yadollah Yaghoobzadeh" userId="6e47bfdd41a25f50" providerId="LiveId" clId="{75921ECD-35D7-485E-BE24-10EA5329EB22}" dt="2026-05-17T06:21:27.194" v="39" actId="27636"/>
        <pc:sldMkLst>
          <pc:docMk/>
          <pc:sldMk cId="1229189862" sldId="457"/>
        </pc:sldMkLst>
        <pc:spChg chg="mod">
          <ac:chgData name="Yadollah Yaghoobzadeh" userId="6e47bfdd41a25f50" providerId="LiveId" clId="{75921ECD-35D7-485E-BE24-10EA5329EB22}" dt="2026-05-17T06:21:27.194" v="39" actId="27636"/>
          <ac:spMkLst>
            <pc:docMk/>
            <pc:sldMk cId="1229189862" sldId="457"/>
            <ac:spMk id="3" creationId="{2580E472-DD54-6526-7C72-57C028BDA43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03090522" sldId="492"/>
        </pc:sldMkLst>
      </pc:sldChg>
      <pc:sldChg chg="modSp add mod">
        <pc:chgData name="Yadollah Yaghoobzadeh" userId="6e47bfdd41a25f50" providerId="LiveId" clId="{75921ECD-35D7-485E-BE24-10EA5329EB22}" dt="2026-05-17T06:21:27.214" v="43" actId="27636"/>
        <pc:sldMkLst>
          <pc:docMk/>
          <pc:sldMk cId="2690720809" sldId="493"/>
        </pc:sldMkLst>
        <pc:spChg chg="mod">
          <ac:chgData name="Yadollah Yaghoobzadeh" userId="6e47bfdd41a25f50" providerId="LiveId" clId="{75921ECD-35D7-485E-BE24-10EA5329EB22}" dt="2026-05-17T06:21:27.214" v="43" actId="27636"/>
          <ac:spMkLst>
            <pc:docMk/>
            <pc:sldMk cId="2690720809" sldId="493"/>
            <ac:spMk id="3" creationId="{2C06B958-47C6-1E2F-9DE5-3E134B672EF2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46161491" sldId="49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437056036" sldId="49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4509797" sldId="512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76272827" sldId="513"/>
        </pc:sldMkLst>
      </pc:sldChg>
      <pc:sldChg chg="modSp add mod">
        <pc:chgData name="Yadollah Yaghoobzadeh" userId="6e47bfdd41a25f50" providerId="LiveId" clId="{75921ECD-35D7-485E-BE24-10EA5329EB22}" dt="2026-05-17T06:21:27.243" v="50" actId="27636"/>
        <pc:sldMkLst>
          <pc:docMk/>
          <pc:sldMk cId="545939205" sldId="514"/>
        </pc:sldMkLst>
        <pc:spChg chg="mod">
          <ac:chgData name="Yadollah Yaghoobzadeh" userId="6e47bfdd41a25f50" providerId="LiveId" clId="{75921ECD-35D7-485E-BE24-10EA5329EB22}" dt="2026-05-17T06:21:27.243" v="50" actId="27636"/>
          <ac:spMkLst>
            <pc:docMk/>
            <pc:sldMk cId="545939205" sldId="514"/>
            <ac:spMk id="2" creationId="{EF2B6709-E781-8DFF-1BC6-DC504D830704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940234959" sldId="51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88456485" sldId="517"/>
        </pc:sldMkLst>
      </pc:sldChg>
      <pc:sldChg chg="modSp add mod">
        <pc:chgData name="Yadollah Yaghoobzadeh" userId="6e47bfdd41a25f50" providerId="LiveId" clId="{75921ECD-35D7-485E-BE24-10EA5329EB22}" dt="2026-05-17T06:21:27.200" v="40" actId="27636"/>
        <pc:sldMkLst>
          <pc:docMk/>
          <pc:sldMk cId="3368019862" sldId="519"/>
        </pc:sldMkLst>
        <pc:spChg chg="mod">
          <ac:chgData name="Yadollah Yaghoobzadeh" userId="6e47bfdd41a25f50" providerId="LiveId" clId="{75921ECD-35D7-485E-BE24-10EA5329EB22}" dt="2026-05-17T06:21:27.200" v="40" actId="27636"/>
          <ac:spMkLst>
            <pc:docMk/>
            <pc:sldMk cId="3368019862" sldId="519"/>
            <ac:spMk id="2" creationId="{80988266-76A6-7354-0B68-CAA3F8D275CA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37392664" sldId="52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889227931" sldId="521"/>
        </pc:sldMkLst>
      </pc:sldChg>
      <pc:sldChg chg="modSp add mod">
        <pc:chgData name="Yadollah Yaghoobzadeh" userId="6e47bfdd41a25f50" providerId="LiveId" clId="{75921ECD-35D7-485E-BE24-10EA5329EB22}" dt="2026-05-17T06:21:27.212" v="42" actId="27636"/>
        <pc:sldMkLst>
          <pc:docMk/>
          <pc:sldMk cId="2722860328" sldId="522"/>
        </pc:sldMkLst>
        <pc:spChg chg="mod">
          <ac:chgData name="Yadollah Yaghoobzadeh" userId="6e47bfdd41a25f50" providerId="LiveId" clId="{75921ECD-35D7-485E-BE24-10EA5329EB22}" dt="2026-05-17T06:21:27.212" v="42" actId="27636"/>
          <ac:spMkLst>
            <pc:docMk/>
            <pc:sldMk cId="2722860328" sldId="522"/>
            <ac:spMk id="2" creationId="{F26AF1C0-9050-1E06-35EE-01A045FB6345}"/>
          </ac:spMkLst>
        </pc:spChg>
      </pc:sldChg>
      <pc:sldChg chg="modSp add mod">
        <pc:chgData name="Yadollah Yaghoobzadeh" userId="6e47bfdd41a25f50" providerId="LiveId" clId="{75921ECD-35D7-485E-BE24-10EA5329EB22}" dt="2026-05-17T06:21:27.208" v="41" actId="27636"/>
        <pc:sldMkLst>
          <pc:docMk/>
          <pc:sldMk cId="2365103576" sldId="523"/>
        </pc:sldMkLst>
        <pc:spChg chg="mod">
          <ac:chgData name="Yadollah Yaghoobzadeh" userId="6e47bfdd41a25f50" providerId="LiveId" clId="{75921ECD-35D7-485E-BE24-10EA5329EB22}" dt="2026-05-17T06:21:27.208" v="41" actId="27636"/>
          <ac:spMkLst>
            <pc:docMk/>
            <pc:sldMk cId="2365103576" sldId="523"/>
            <ac:spMk id="3" creationId="{4E2B5C45-CBA4-94C8-4762-FA017B98693B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435469503" sldId="52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63771730" sldId="5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6802785" sldId="52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1783616" sldId="55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23137805" sldId="562"/>
        </pc:sldMkLst>
      </pc:sldChg>
      <pc:sldChg chg="modSp add mod">
        <pc:chgData name="Yadollah Yaghoobzadeh" userId="6e47bfdd41a25f50" providerId="LiveId" clId="{75921ECD-35D7-485E-BE24-10EA5329EB22}" dt="2026-05-17T06:21:27.287" v="51" actId="27636"/>
        <pc:sldMkLst>
          <pc:docMk/>
          <pc:sldMk cId="2166518439" sldId="563"/>
        </pc:sldMkLst>
        <pc:spChg chg="mod">
          <ac:chgData name="Yadollah Yaghoobzadeh" userId="6e47bfdd41a25f50" providerId="LiveId" clId="{75921ECD-35D7-485E-BE24-10EA5329EB22}" dt="2026-05-17T06:21:27.287" v="51" actId="27636"/>
          <ac:spMkLst>
            <pc:docMk/>
            <pc:sldMk cId="2166518439" sldId="563"/>
            <ac:spMk id="3" creationId="{1A329C0B-8AF8-C341-E58C-DB8B18DCCF2B}"/>
          </ac:spMkLst>
        </pc:spChg>
      </pc:sldChg>
      <pc:sldChg chg="modSp add mod">
        <pc:chgData name="Yadollah Yaghoobzadeh" userId="6e47bfdd41a25f50" providerId="LiveId" clId="{75921ECD-35D7-485E-BE24-10EA5329EB22}" dt="2026-05-17T06:21:27.301" v="53" actId="27636"/>
        <pc:sldMkLst>
          <pc:docMk/>
          <pc:sldMk cId="1385090680" sldId="564"/>
        </pc:sldMkLst>
        <pc:spChg chg="mod">
          <ac:chgData name="Yadollah Yaghoobzadeh" userId="6e47bfdd41a25f50" providerId="LiveId" clId="{75921ECD-35D7-485E-BE24-10EA5329EB22}" dt="2026-05-17T06:21:27.301" v="53" actId="27636"/>
          <ac:spMkLst>
            <pc:docMk/>
            <pc:sldMk cId="1385090680" sldId="564"/>
            <ac:spMk id="2" creationId="{362B89F1-CE3C-A930-C129-CB6BF56A2EF3}"/>
          </ac:spMkLst>
        </pc:spChg>
        <pc:spChg chg="mod">
          <ac:chgData name="Yadollah Yaghoobzadeh" userId="6e47bfdd41a25f50" providerId="LiveId" clId="{75921ECD-35D7-485E-BE24-10EA5329EB22}" dt="2026-05-17T06:21:27.301" v="52" actId="27636"/>
          <ac:spMkLst>
            <pc:docMk/>
            <pc:sldMk cId="1385090680" sldId="564"/>
            <ac:spMk id="3" creationId="{9C611A69-1494-D86E-5D54-4FB053BB1E56}"/>
          </ac:spMkLst>
        </pc:spChg>
      </pc:sldChg>
      <pc:sldChg chg="modSp add mod">
        <pc:chgData name="Yadollah Yaghoobzadeh" userId="6e47bfdd41a25f50" providerId="LiveId" clId="{75921ECD-35D7-485E-BE24-10EA5329EB22}" dt="2026-05-17T06:21:27.304" v="54" actId="27636"/>
        <pc:sldMkLst>
          <pc:docMk/>
          <pc:sldMk cId="1924463976" sldId="565"/>
        </pc:sldMkLst>
        <pc:spChg chg="mod">
          <ac:chgData name="Yadollah Yaghoobzadeh" userId="6e47bfdd41a25f50" providerId="LiveId" clId="{75921ECD-35D7-485E-BE24-10EA5329EB22}" dt="2026-05-17T06:21:27.304" v="54" actId="27636"/>
          <ac:spMkLst>
            <pc:docMk/>
            <pc:sldMk cId="1924463976" sldId="565"/>
            <ac:spMk id="7" creationId="{C1C51D22-85D5-2C42-A3C4-742CD79A50CD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71044156" sldId="56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90348173" sldId="56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724314125" sldId="56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70223069" sldId="5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741937137" sldId="571"/>
        </pc:sldMkLst>
      </pc:sldChg>
      <pc:sldChg chg="modSp add mod">
        <pc:chgData name="Yadollah Yaghoobzadeh" userId="6e47bfdd41a25f50" providerId="LiveId" clId="{75921ECD-35D7-485E-BE24-10EA5329EB22}" dt="2026-05-17T06:21:27.317" v="55" actId="27636"/>
        <pc:sldMkLst>
          <pc:docMk/>
          <pc:sldMk cId="4171675283" sldId="602"/>
        </pc:sldMkLst>
        <pc:spChg chg="mod">
          <ac:chgData name="Yadollah Yaghoobzadeh" userId="6e47bfdd41a25f50" providerId="LiveId" clId="{75921ECD-35D7-485E-BE24-10EA5329EB22}" dt="2026-05-17T06:21:27.317" v="55" actId="27636"/>
          <ac:spMkLst>
            <pc:docMk/>
            <pc:sldMk cId="4171675283" sldId="602"/>
            <ac:spMk id="20483" creationId="{00000000-0000-0000-0000-00000000000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160694351" sldId="60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978527269" sldId="61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286910321" sldId="614"/>
        </pc:sldMkLst>
      </pc:sldChg>
      <pc:sldChg chg="modSp add mod">
        <pc:chgData name="Yadollah Yaghoobzadeh" userId="6e47bfdd41a25f50" providerId="LiveId" clId="{75921ECD-35D7-485E-BE24-10EA5329EB22}" dt="2026-05-17T06:21:27.218" v="44" actId="27636"/>
        <pc:sldMkLst>
          <pc:docMk/>
          <pc:sldMk cId="3392579955" sldId="1912"/>
        </pc:sldMkLst>
        <pc:spChg chg="mod">
          <ac:chgData name="Yadollah Yaghoobzadeh" userId="6e47bfdd41a25f50" providerId="LiveId" clId="{75921ECD-35D7-485E-BE24-10EA5329EB22}" dt="2026-05-17T06:21:27.218" v="44" actId="27636"/>
          <ac:spMkLst>
            <pc:docMk/>
            <pc:sldMk cId="3392579955" sldId="1912"/>
            <ac:spMk id="2" creationId="{8CE2912D-A118-5079-D10E-E43439FE486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080107590" sldId="19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74848999" sldId="198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2611643" sldId="199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105107390" sldId="201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12557404" sldId="2015"/>
        </pc:sldMkLst>
      </pc:sldChg>
      <pc:sldChg chg="modSp add mod">
        <pc:chgData name="Yadollah Yaghoobzadeh" userId="6e47bfdd41a25f50" providerId="LiveId" clId="{75921ECD-35D7-485E-BE24-10EA5329EB22}" dt="2026-05-17T06:21:27.224" v="45" actId="27636"/>
        <pc:sldMkLst>
          <pc:docMk/>
          <pc:sldMk cId="7363662" sldId="2018"/>
        </pc:sldMkLst>
        <pc:spChg chg="mod">
          <ac:chgData name="Yadollah Yaghoobzadeh" userId="6e47bfdd41a25f50" providerId="LiveId" clId="{75921ECD-35D7-485E-BE24-10EA5329EB22}" dt="2026-05-17T06:21:27.224" v="45" actId="27636"/>
          <ac:spMkLst>
            <pc:docMk/>
            <pc:sldMk cId="7363662" sldId="2018"/>
            <ac:spMk id="2" creationId="{E111C60E-E1AE-B244-F6A3-78D074A4E74E}"/>
          </ac:spMkLst>
        </pc:spChg>
      </pc:sldChg>
      <pc:sldChg chg="modSp add mod">
        <pc:chgData name="Yadollah Yaghoobzadeh" userId="6e47bfdd41a25f50" providerId="LiveId" clId="{75921ECD-35D7-485E-BE24-10EA5329EB22}" dt="2026-05-17T06:21:27.227" v="46" actId="27636"/>
        <pc:sldMkLst>
          <pc:docMk/>
          <pc:sldMk cId="1678118594" sldId="2019"/>
        </pc:sldMkLst>
        <pc:spChg chg="mod">
          <ac:chgData name="Yadollah Yaghoobzadeh" userId="6e47bfdd41a25f50" providerId="LiveId" clId="{75921ECD-35D7-485E-BE24-10EA5329EB22}" dt="2026-05-17T06:21:27.227" v="46" actId="27636"/>
          <ac:spMkLst>
            <pc:docMk/>
            <pc:sldMk cId="1678118594" sldId="2019"/>
            <ac:spMk id="2" creationId="{78BFA2AF-E6DB-E37D-43CE-0F420194DA7F}"/>
          </ac:spMkLst>
        </pc:spChg>
      </pc:sldChg>
      <pc:sldMasterChg chg="delSldLayout modSldLayout">
        <pc:chgData name="Yadollah Yaghoobzadeh" userId="6e47bfdd41a25f50" providerId="LiveId" clId="{75921ECD-35D7-485E-BE24-10EA5329EB22}" dt="2026-05-17T06:21:06.045" v="37" actId="20577"/>
        <pc:sldMasterMkLst>
          <pc:docMk/>
          <pc:sldMasterMk cId="171950421" sldId="2147483779"/>
        </pc:sldMasterMkLst>
        <pc:sldLayoutChg chg="modSp mod">
          <pc:chgData name="Yadollah Yaghoobzadeh" userId="6e47bfdd41a25f50" providerId="LiveId" clId="{75921ECD-35D7-485E-BE24-10EA5329EB22}" dt="2026-05-17T06:21:06.045" v="37" actId="20577"/>
          <pc:sldLayoutMkLst>
            <pc:docMk/>
            <pc:sldMasterMk cId="171950421" sldId="2147483779"/>
            <pc:sldLayoutMk cId="367002956" sldId="2147483791"/>
          </pc:sldLayoutMkLst>
          <pc:spChg chg="mod">
            <ac:chgData name="Yadollah Yaghoobzadeh" userId="6e47bfdd41a25f50" providerId="LiveId" clId="{75921ECD-35D7-485E-BE24-10EA5329EB22}" dt="2026-05-17T06:21:06.045" v="37" actId="20577"/>
            <ac:spMkLst>
              <pc:docMk/>
              <pc:sldMasterMk cId="171950421" sldId="2147483779"/>
              <pc:sldLayoutMk cId="367002956" sldId="2147483791"/>
              <ac:spMk id="3" creationId="{589C87D7-4FFF-3090-7978-ACE9D0723D25}"/>
            </ac:spMkLst>
          </pc:spChg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2541672312" sldId="2147483792"/>
          </pc:sldLayoutMkLst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4022510976" sldId="2147483793"/>
          </pc:sldLayoutMkLst>
        </pc:sldLayoutChg>
      </pc:sldMasterChg>
    </pc:docChg>
  </pc:docChgLst>
  <pc:docChgLst>
    <pc:chgData name="Yadollah Yaghoobzadeh" userId="6e47bfdd41a25f50" providerId="LiveId" clId="{7E68FCE6-4061-46C4-8037-74AC9E894220}"/>
    <pc:docChg chg="delSld">
      <pc:chgData name="Yadollah Yaghoobzadeh" userId="6e47bfdd41a25f50" providerId="LiveId" clId="{7E68FCE6-4061-46C4-8037-74AC9E894220}" dt="2026-05-30T04:34:49.362" v="1" actId="47"/>
      <pc:docMkLst>
        <pc:docMk/>
      </pc:docMkLst>
      <pc:sldChg chg="del">
        <pc:chgData name="Yadollah Yaghoobzadeh" userId="6e47bfdd41a25f50" providerId="LiveId" clId="{7E68FCE6-4061-46C4-8037-74AC9E894220}" dt="2026-05-30T04:34:48.325" v="0" actId="47"/>
        <pc:sldMkLst>
          <pc:docMk/>
          <pc:sldMk cId="7363662" sldId="2018"/>
        </pc:sldMkLst>
      </pc:sldChg>
      <pc:sldChg chg="del">
        <pc:chgData name="Yadollah Yaghoobzadeh" userId="6e47bfdd41a25f50" providerId="LiveId" clId="{7E68FCE6-4061-46C4-8037-74AC9E894220}" dt="2026-05-30T04:34:49.362" v="1" actId="47"/>
        <pc:sldMkLst>
          <pc:docMk/>
          <pc:sldMk cId="1678118594" sldId="201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2B45F-2C82-47A4-98B5-B552B71AED64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5CD4AF-D40C-4EA9-B1E2-E706445638BC}">
      <dgm:prSet/>
      <dgm:spPr/>
      <dgm:t>
        <a:bodyPr/>
        <a:lstStyle/>
        <a:p>
          <a:r>
            <a:rPr lang="en-US" b="1"/>
            <a:t>Model-agnostic</a:t>
          </a:r>
          <a:r>
            <a:rPr lang="en-US"/>
            <a:t>: work with many model types </a:t>
          </a:r>
        </a:p>
      </dgm:t>
    </dgm:pt>
    <dgm:pt modelId="{412E7B29-EFF3-4302-9B5F-53861B555C62}" type="parTrans" cxnId="{9330AAEC-9E14-4B4E-85B0-2F7C437D4DCA}">
      <dgm:prSet/>
      <dgm:spPr/>
      <dgm:t>
        <a:bodyPr/>
        <a:lstStyle/>
        <a:p>
          <a:endParaRPr lang="en-US"/>
        </a:p>
      </dgm:t>
    </dgm:pt>
    <dgm:pt modelId="{1C99C547-45A3-45BC-97A1-3453FF47C85E}" type="sibTrans" cxnId="{9330AAEC-9E14-4B4E-85B0-2F7C437D4DCA}">
      <dgm:prSet/>
      <dgm:spPr/>
      <dgm:t>
        <a:bodyPr/>
        <a:lstStyle/>
        <a:p>
          <a:endParaRPr lang="en-US"/>
        </a:p>
      </dgm:t>
    </dgm:pt>
    <dgm:pt modelId="{2B7C1CFA-B281-4DF6-8696-1BAD213BF3AF}">
      <dgm:prSet/>
      <dgm:spPr/>
      <dgm:t>
        <a:bodyPr/>
        <a:lstStyle/>
        <a:p>
          <a:r>
            <a:rPr lang="en-US" b="1"/>
            <a:t>Model-specific:</a:t>
          </a:r>
          <a:r>
            <a:rPr lang="en-US"/>
            <a:t> designed for a particular model family </a:t>
          </a:r>
        </a:p>
      </dgm:t>
    </dgm:pt>
    <dgm:pt modelId="{831E4FDD-CE9D-474A-BC3A-E0D78B48BA12}" type="parTrans" cxnId="{AD1B931A-5805-48B7-8E39-F96DE07C6417}">
      <dgm:prSet/>
      <dgm:spPr/>
      <dgm:t>
        <a:bodyPr/>
        <a:lstStyle/>
        <a:p>
          <a:endParaRPr lang="en-US"/>
        </a:p>
      </dgm:t>
    </dgm:pt>
    <dgm:pt modelId="{423B3C4C-551D-4355-B21C-EBABCBFECAB9}" type="sibTrans" cxnId="{AD1B931A-5805-48B7-8E39-F96DE07C6417}">
      <dgm:prSet/>
      <dgm:spPr/>
      <dgm:t>
        <a:bodyPr/>
        <a:lstStyle/>
        <a:p>
          <a:endParaRPr lang="en-US"/>
        </a:p>
      </dgm:t>
    </dgm:pt>
    <dgm:pt modelId="{012D6C39-4972-49BB-BB4E-B931AD51FE4E}">
      <dgm:prSet/>
      <dgm:spPr/>
      <dgm:t>
        <a:bodyPr/>
        <a:lstStyle/>
        <a:p>
          <a:r>
            <a:rPr lang="en-US" b="1"/>
            <a:t>Global:</a:t>
          </a:r>
          <a:r>
            <a:rPr lang="en-US"/>
            <a:t> study overall model behavior </a:t>
          </a:r>
        </a:p>
      </dgm:t>
    </dgm:pt>
    <dgm:pt modelId="{AEE076B3-EC9C-40C2-9A9A-C76E2FB3148C}" type="parTrans" cxnId="{A4CBC1A4-9CCA-4A4A-8C76-ACB434B806BE}">
      <dgm:prSet/>
      <dgm:spPr/>
      <dgm:t>
        <a:bodyPr/>
        <a:lstStyle/>
        <a:p>
          <a:endParaRPr lang="en-US"/>
        </a:p>
      </dgm:t>
    </dgm:pt>
    <dgm:pt modelId="{C2F85967-C847-4DCC-A4EA-4D3E42A8E5DB}" type="sibTrans" cxnId="{A4CBC1A4-9CCA-4A4A-8C76-ACB434B806BE}">
      <dgm:prSet/>
      <dgm:spPr/>
      <dgm:t>
        <a:bodyPr/>
        <a:lstStyle/>
        <a:p>
          <a:endParaRPr lang="en-US"/>
        </a:p>
      </dgm:t>
    </dgm:pt>
    <dgm:pt modelId="{6A2459BB-F59A-4BB2-829E-C8F3672EE780}">
      <dgm:prSet/>
      <dgm:spPr/>
      <dgm:t>
        <a:bodyPr/>
        <a:lstStyle/>
        <a:p>
          <a:r>
            <a:rPr lang="en-US" b="1"/>
            <a:t>Local:</a:t>
          </a:r>
          <a:r>
            <a:rPr lang="en-US"/>
            <a:t> study one prediction or one instance </a:t>
          </a:r>
        </a:p>
      </dgm:t>
    </dgm:pt>
    <dgm:pt modelId="{35C98078-B97D-437A-84BD-E6EB381D53FD}" type="parTrans" cxnId="{DA0E5229-E43E-40F6-AFB3-F8566667B135}">
      <dgm:prSet/>
      <dgm:spPr/>
      <dgm:t>
        <a:bodyPr/>
        <a:lstStyle/>
        <a:p>
          <a:endParaRPr lang="en-US"/>
        </a:p>
      </dgm:t>
    </dgm:pt>
    <dgm:pt modelId="{436D3FA4-8D13-4BFA-B549-6392A0993F36}" type="sibTrans" cxnId="{DA0E5229-E43E-40F6-AFB3-F8566667B135}">
      <dgm:prSet/>
      <dgm:spPr/>
      <dgm:t>
        <a:bodyPr/>
        <a:lstStyle/>
        <a:p>
          <a:endParaRPr lang="en-US"/>
        </a:p>
      </dgm:t>
    </dgm:pt>
    <dgm:pt modelId="{FCFBBCE4-D3ED-49E2-803F-2EB35C882A9D}" type="pres">
      <dgm:prSet presAssocID="{84C2B45F-2C82-47A4-98B5-B552B71AED64}" presName="linear" presStyleCnt="0">
        <dgm:presLayoutVars>
          <dgm:animLvl val="lvl"/>
          <dgm:resizeHandles val="exact"/>
        </dgm:presLayoutVars>
      </dgm:prSet>
      <dgm:spPr/>
    </dgm:pt>
    <dgm:pt modelId="{281C9C8F-F8A2-41CC-8BFC-EF7EA4BDBD8C}" type="pres">
      <dgm:prSet presAssocID="{475CD4AF-D40C-4EA9-B1E2-E706445638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5F6D50E-61EF-498A-8EC0-AD2913B211B1}" type="pres">
      <dgm:prSet presAssocID="{1C99C547-45A3-45BC-97A1-3453FF47C85E}" presName="spacer" presStyleCnt="0"/>
      <dgm:spPr/>
    </dgm:pt>
    <dgm:pt modelId="{2BEBC68B-D0F6-42BF-9FEB-946CAB1C584E}" type="pres">
      <dgm:prSet presAssocID="{2B7C1CFA-B281-4DF6-8696-1BAD213BF3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4FB84A-C069-47A5-B8CB-43022D6205A1}" type="pres">
      <dgm:prSet presAssocID="{423B3C4C-551D-4355-B21C-EBABCBFECAB9}" presName="spacer" presStyleCnt="0"/>
      <dgm:spPr/>
    </dgm:pt>
    <dgm:pt modelId="{C7186C79-54C0-49AD-9578-86C750A6CA45}" type="pres">
      <dgm:prSet presAssocID="{012D6C39-4972-49BB-BB4E-B931AD51FE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E9A470-0ABB-47F9-809C-2C5B0D5CE58F}" type="pres">
      <dgm:prSet presAssocID="{C2F85967-C847-4DCC-A4EA-4D3E42A8E5DB}" presName="spacer" presStyleCnt="0"/>
      <dgm:spPr/>
    </dgm:pt>
    <dgm:pt modelId="{F6FCD9FC-D74B-4DD2-82B1-8C70DE4BAC0B}" type="pres">
      <dgm:prSet presAssocID="{6A2459BB-F59A-4BB2-829E-C8F3672EE7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D1B931A-5805-48B7-8E39-F96DE07C6417}" srcId="{84C2B45F-2C82-47A4-98B5-B552B71AED64}" destId="{2B7C1CFA-B281-4DF6-8696-1BAD213BF3AF}" srcOrd="1" destOrd="0" parTransId="{831E4FDD-CE9D-474A-BC3A-E0D78B48BA12}" sibTransId="{423B3C4C-551D-4355-B21C-EBABCBFECAB9}"/>
    <dgm:cxn modelId="{DA0E5229-E43E-40F6-AFB3-F8566667B135}" srcId="{84C2B45F-2C82-47A4-98B5-B552B71AED64}" destId="{6A2459BB-F59A-4BB2-829E-C8F3672EE780}" srcOrd="3" destOrd="0" parTransId="{35C98078-B97D-437A-84BD-E6EB381D53FD}" sibTransId="{436D3FA4-8D13-4BFA-B549-6392A0993F36}"/>
    <dgm:cxn modelId="{96F9422A-7F26-4698-A274-9BD015D92D39}" type="presOf" srcId="{012D6C39-4972-49BB-BB4E-B931AD51FE4E}" destId="{C7186C79-54C0-49AD-9578-86C750A6CA45}" srcOrd="0" destOrd="0" presId="urn:microsoft.com/office/officeart/2005/8/layout/vList2"/>
    <dgm:cxn modelId="{9DDE5267-0D55-4AC2-98D1-6EEF2D1F0F52}" type="presOf" srcId="{2B7C1CFA-B281-4DF6-8696-1BAD213BF3AF}" destId="{2BEBC68B-D0F6-42BF-9FEB-946CAB1C584E}" srcOrd="0" destOrd="0" presId="urn:microsoft.com/office/officeart/2005/8/layout/vList2"/>
    <dgm:cxn modelId="{2FF9B369-64FF-4F83-A80D-7E1CDD96C5D9}" type="presOf" srcId="{475CD4AF-D40C-4EA9-B1E2-E706445638BC}" destId="{281C9C8F-F8A2-41CC-8BFC-EF7EA4BDBD8C}" srcOrd="0" destOrd="0" presId="urn:microsoft.com/office/officeart/2005/8/layout/vList2"/>
    <dgm:cxn modelId="{89EA6F6C-89DA-48A5-87A7-BD2AE14A6FCA}" type="presOf" srcId="{6A2459BB-F59A-4BB2-829E-C8F3672EE780}" destId="{F6FCD9FC-D74B-4DD2-82B1-8C70DE4BAC0B}" srcOrd="0" destOrd="0" presId="urn:microsoft.com/office/officeart/2005/8/layout/vList2"/>
    <dgm:cxn modelId="{A4CBC1A4-9CCA-4A4A-8C76-ACB434B806BE}" srcId="{84C2B45F-2C82-47A4-98B5-B552B71AED64}" destId="{012D6C39-4972-49BB-BB4E-B931AD51FE4E}" srcOrd="2" destOrd="0" parTransId="{AEE076B3-EC9C-40C2-9A9A-C76E2FB3148C}" sibTransId="{C2F85967-C847-4DCC-A4EA-4D3E42A8E5DB}"/>
    <dgm:cxn modelId="{9330AAEC-9E14-4B4E-85B0-2F7C437D4DCA}" srcId="{84C2B45F-2C82-47A4-98B5-B552B71AED64}" destId="{475CD4AF-D40C-4EA9-B1E2-E706445638BC}" srcOrd="0" destOrd="0" parTransId="{412E7B29-EFF3-4302-9B5F-53861B555C62}" sibTransId="{1C99C547-45A3-45BC-97A1-3453FF47C85E}"/>
    <dgm:cxn modelId="{043847F1-2E5F-414C-A6C4-D26CDE2B277E}" type="presOf" srcId="{84C2B45F-2C82-47A4-98B5-B552B71AED64}" destId="{FCFBBCE4-D3ED-49E2-803F-2EB35C882A9D}" srcOrd="0" destOrd="0" presId="urn:microsoft.com/office/officeart/2005/8/layout/vList2"/>
    <dgm:cxn modelId="{E948C6A9-4B27-4A9E-93D3-DA3A66FA9533}" type="presParOf" srcId="{FCFBBCE4-D3ED-49E2-803F-2EB35C882A9D}" destId="{281C9C8F-F8A2-41CC-8BFC-EF7EA4BDBD8C}" srcOrd="0" destOrd="0" presId="urn:microsoft.com/office/officeart/2005/8/layout/vList2"/>
    <dgm:cxn modelId="{65C6183F-A04C-4CE7-A4C8-2B0C4FBA9F73}" type="presParOf" srcId="{FCFBBCE4-D3ED-49E2-803F-2EB35C882A9D}" destId="{F5F6D50E-61EF-498A-8EC0-AD2913B211B1}" srcOrd="1" destOrd="0" presId="urn:microsoft.com/office/officeart/2005/8/layout/vList2"/>
    <dgm:cxn modelId="{6CA64B41-749E-4ED0-BE5C-0D6DFF9C99C7}" type="presParOf" srcId="{FCFBBCE4-D3ED-49E2-803F-2EB35C882A9D}" destId="{2BEBC68B-D0F6-42BF-9FEB-946CAB1C584E}" srcOrd="2" destOrd="0" presId="urn:microsoft.com/office/officeart/2005/8/layout/vList2"/>
    <dgm:cxn modelId="{9797E2F7-701F-40CB-8B28-303B2EE2E137}" type="presParOf" srcId="{FCFBBCE4-D3ED-49E2-803F-2EB35C882A9D}" destId="{8A4FB84A-C069-47A5-B8CB-43022D6205A1}" srcOrd="3" destOrd="0" presId="urn:microsoft.com/office/officeart/2005/8/layout/vList2"/>
    <dgm:cxn modelId="{F3A47254-38E4-4628-9D84-BAB059C21EC9}" type="presParOf" srcId="{FCFBBCE4-D3ED-49E2-803F-2EB35C882A9D}" destId="{C7186C79-54C0-49AD-9578-86C750A6CA45}" srcOrd="4" destOrd="0" presId="urn:microsoft.com/office/officeart/2005/8/layout/vList2"/>
    <dgm:cxn modelId="{0F555EC2-D849-4C94-9F3E-E82D9DCF6B15}" type="presParOf" srcId="{FCFBBCE4-D3ED-49E2-803F-2EB35C882A9D}" destId="{C2E9A470-0ABB-47F9-809C-2C5B0D5CE58F}" srcOrd="5" destOrd="0" presId="urn:microsoft.com/office/officeart/2005/8/layout/vList2"/>
    <dgm:cxn modelId="{8905A764-898E-4AD5-95B0-2967B4EA040F}" type="presParOf" srcId="{FCFBBCE4-D3ED-49E2-803F-2EB35C882A9D}" destId="{F6FCD9FC-D74B-4DD2-82B1-8C70DE4BAC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C9C8F-F8A2-41CC-8BFC-EF7EA4BDBD8C}">
      <dsp:nvSpPr>
        <dsp:cNvPr id="0" name=""/>
        <dsp:cNvSpPr/>
      </dsp:nvSpPr>
      <dsp:spPr>
        <a:xfrm>
          <a:off x="0" y="358322"/>
          <a:ext cx="7723909" cy="6142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Model-agnostic</a:t>
          </a:r>
          <a:r>
            <a:rPr lang="en-US" sz="2500" kern="1200"/>
            <a:t>: work with many model types </a:t>
          </a:r>
        </a:p>
      </dsp:txBody>
      <dsp:txXfrm>
        <a:off x="29985" y="388307"/>
        <a:ext cx="7663939" cy="554280"/>
      </dsp:txXfrm>
    </dsp:sp>
    <dsp:sp modelId="{2BEBC68B-D0F6-42BF-9FEB-946CAB1C584E}">
      <dsp:nvSpPr>
        <dsp:cNvPr id="0" name=""/>
        <dsp:cNvSpPr/>
      </dsp:nvSpPr>
      <dsp:spPr>
        <a:xfrm>
          <a:off x="0" y="1044572"/>
          <a:ext cx="7723909" cy="6142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Model-specific:</a:t>
          </a:r>
          <a:r>
            <a:rPr lang="en-US" sz="2500" kern="1200"/>
            <a:t> designed for a particular model family </a:t>
          </a:r>
        </a:p>
      </dsp:txBody>
      <dsp:txXfrm>
        <a:off x="29985" y="1074557"/>
        <a:ext cx="7663939" cy="554280"/>
      </dsp:txXfrm>
    </dsp:sp>
    <dsp:sp modelId="{C7186C79-54C0-49AD-9578-86C750A6CA45}">
      <dsp:nvSpPr>
        <dsp:cNvPr id="0" name=""/>
        <dsp:cNvSpPr/>
      </dsp:nvSpPr>
      <dsp:spPr>
        <a:xfrm>
          <a:off x="0" y="1730822"/>
          <a:ext cx="7723909" cy="6142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Global:</a:t>
          </a:r>
          <a:r>
            <a:rPr lang="en-US" sz="2500" kern="1200"/>
            <a:t> study overall model behavior </a:t>
          </a:r>
        </a:p>
      </dsp:txBody>
      <dsp:txXfrm>
        <a:off x="29985" y="1760807"/>
        <a:ext cx="7663939" cy="554280"/>
      </dsp:txXfrm>
    </dsp:sp>
    <dsp:sp modelId="{F6FCD9FC-D74B-4DD2-82B1-8C70DE4BAC0B}">
      <dsp:nvSpPr>
        <dsp:cNvPr id="0" name=""/>
        <dsp:cNvSpPr/>
      </dsp:nvSpPr>
      <dsp:spPr>
        <a:xfrm>
          <a:off x="0" y="2417072"/>
          <a:ext cx="7723909" cy="6142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Local:</a:t>
          </a:r>
          <a:r>
            <a:rPr lang="en-US" sz="2500" kern="1200"/>
            <a:t> study one prediction or one instance </a:t>
          </a:r>
        </a:p>
      </dsp:txBody>
      <dsp:txXfrm>
        <a:off x="29985" y="2447057"/>
        <a:ext cx="7663939" cy="554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The concept is really straightforward: A feature is “important” if shuffling its values increases the model error, because in this case, the model relied on the feature for the prediction. A feature is “unimportant” if shuffling its values leaves the model error unchanged, because in this case, the model ignored the feature for the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15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3361-214D-C589-BB67-8E658B240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5B0F7-2246-AF5F-F1CC-47C98F52E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C97-F6FA-F89B-C4E0-81CA706F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78D10-3BA3-A099-49CF-9EA2662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38B7C-BF35-6C55-1052-93A36ECB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900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F6C6-401D-5425-C0A4-8FE4DA11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3273-5B2F-F348-2D10-D63AB85D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17AC-443B-9E07-2392-539FBB76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D793-CFA8-FEDB-D11F-5F72B7FD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105B-B082-DEB1-15F6-3F025A55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613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B3F-3F9C-5D87-8DD0-E995E61F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A28A-090E-AE89-C146-99E1DEDA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0CAB-8C83-10DE-C6D3-2604F3E0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95B0F-09FE-404F-752B-3EE560F7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87EA-197A-9433-DFCA-D96DA62F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001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02D6-69B1-942B-4B8C-67EFF5D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0DD98-0DE0-18F6-7E4C-F755EB3BF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16E7-0806-BAC4-7810-34F259546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747F-CBDF-4B64-A08D-D6C3BE6B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35A1-B968-3972-56E5-D67F8D5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D6EDA-FB05-1961-D261-EAA387FE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38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B86D-5C31-DD23-C282-F82AB1BB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0224-3576-16FF-266D-3E5C35F5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5D63-DC12-3CEB-FA76-74F858E8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70A42-54C2-749E-25C4-CE66CB8DC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41A4-9ED6-DAB5-754B-3198AD181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D52E5-6BC8-B35A-18B5-246634B7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598BD-D6D2-DD3E-1747-6F2280A6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2C19E-91C2-5904-DAD3-CCCA76F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27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C76A-F0F6-25F4-7BE3-6D326176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4FE98-8169-8BDC-EC32-6F710B79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1591A-0EB3-08C2-C0DE-25BC269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C1107-8C69-EA41-F68A-EC63673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28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4DDF2-DC4D-306E-FC80-2D6A949A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CCC7-F623-557C-DC89-9358813A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777E2-B664-49AA-95D4-B71F55B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15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9EB7-E045-76E3-BC5C-EB336FCF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2F1C-9821-EDB9-5009-139C589E8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DFBFD-83FD-FAFC-B801-96B495A4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BD51F-0410-6C16-3EA6-6D3F1AFD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AB25D-9EB8-A6CF-4866-61594ABC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E9A7-37F4-6E0C-0815-40E3124B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159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4952-7749-E6DB-EF47-FDBE96C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49A48-FDC1-C4F3-46AC-1FA20FB4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DFE33-1DF1-5686-7F73-35219511B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DB978-907C-0C2A-9C78-982A8260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A69E1-6044-8D1B-53D1-D643E256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D55A-8664-6338-8F75-12F02BD2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35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E231-7FAB-82F4-8201-B079B58C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3EC12-794D-AD7E-6AEA-9E37C9007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F860-D40A-6EC3-02A8-066BD59B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BBA6-E492-6923-0436-215CC79F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23ED5-F4FC-B723-1BB3-8642C490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582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036E-50B2-3321-E490-0902DA60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BB259-B0D7-59EF-3B28-A55324BB1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A0B7-F973-6C40-D8FE-E28C1286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1DF1-0D03-32CD-F449-B6A696F0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9AF6-8E8A-C214-605E-EF7B59BD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52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728288" y="4828847"/>
            <a:ext cx="37080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1405</a:t>
            </a:r>
          </a:p>
        </p:txBody>
      </p:sp>
      <p:pic>
        <p:nvPicPr>
          <p:cNvPr id="4" name="Picture 2" descr="Image result for دانشگاه تهران">
            <a:extLst>
              <a:ext uri="{FF2B5EF4-FFF2-40B4-BE49-F238E27FC236}">
                <a16:creationId xmlns:a16="http://schemas.microsoft.com/office/drawing/2014/main" id="{4EE2C0F7-E841-F221-FAA3-698B622960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دانشکده فنی لوگو">
            <a:extLst>
              <a:ext uri="{FF2B5EF4-FFF2-40B4-BE49-F238E27FC236}">
                <a16:creationId xmlns:a16="http://schemas.microsoft.com/office/drawing/2014/main" id="{7AC4FE1A-0D05-1400-159B-DD9CB0042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153CD1-7942-836F-9936-BEBB1266800F}"/>
              </a:ext>
            </a:extLst>
          </p:cNvPr>
          <p:cNvSpPr/>
          <p:nvPr userDrawn="1"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</p:spTree>
    <p:extLst>
      <p:ext uri="{BB962C8B-B14F-4D97-AF65-F5344CB8AC3E}">
        <p14:creationId xmlns:p14="http://schemas.microsoft.com/office/powerpoint/2010/main" val="36700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96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 • based on Christoph Molnar, Interpretable Machine Learning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3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D482A-0729-0447-26C4-795EBADA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DAD-2755-489C-8030-9E6C1657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2E5-BE66-F442-C39E-1AE4C134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262B0-8688-5A07-2529-503B41A7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B2D0-FAA3-EF81-D7F0-E449C5863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pixel-attribution.html" TargetMode="External"/><Relationship Id="rId2" Type="http://schemas.openxmlformats.org/officeDocument/2006/relationships/hyperlink" Target="https://christophm.github.io/interpretable-ml-book/cnn-features.html#feature-visualiz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ristophm.github.io/interpretable-ml-book/influential.html" TargetMode="External"/><Relationship Id="rId5" Type="http://schemas.openxmlformats.org/officeDocument/2006/relationships/hyperlink" Target="https://christophm.github.io/interpretable-ml-book/adversarial.html" TargetMode="External"/><Relationship Id="rId4" Type="http://schemas.openxmlformats.org/officeDocument/2006/relationships/hyperlink" Target="https://christophm.github.io/interpretable-ml-book/detecting-concepts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" sz="4000" dirty="0">
                <a:latin typeface="Consolas" panose="020B0609020204030204" pitchFamily="49" charset="0"/>
                <a:sym typeface="Consolas"/>
              </a:rPr>
              <a:t>Model Interpretation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8D9C8-20C7-D7E9-2BCA-91259DE3587C}"/>
              </a:ext>
            </a:extLst>
          </p:cNvPr>
          <p:cNvSpPr txBox="1"/>
          <p:nvPr/>
        </p:nvSpPr>
        <p:spPr>
          <a:xfrm>
            <a:off x="87086" y="62116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Christoph Molnar. Interpretable Machine Learning. 3rd edition, online book.</a:t>
            </a:r>
            <a:b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https://christophm.github.io/interpretable-ml-book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F29F-08AB-C5CB-1FA8-BC628A4AE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Hans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8642E-8E8F-0EEB-1F2E-8E3B50F3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</a:t>
            </a:fld>
            <a:endParaRPr lang="en-US"/>
          </a:p>
        </p:txBody>
      </p:sp>
      <p:sp>
        <p:nvSpPr>
          <p:cNvPr id="5" name="AutoShape 2" descr="Image of Can animals count?">
            <a:extLst>
              <a:ext uri="{FF2B5EF4-FFF2-40B4-BE49-F238E27FC236}">
                <a16:creationId xmlns:a16="http://schemas.microsoft.com/office/drawing/2014/main" id="{BF28F43A-B619-8BEA-066E-4985CD153D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A horse is a horse, of course, of course, that is of course unless the horse is the famous Clever Hans! Image: public domain">
            <a:extLst>
              <a:ext uri="{FF2B5EF4-FFF2-40B4-BE49-F238E27FC236}">
                <a16:creationId xmlns:a16="http://schemas.microsoft.com/office/drawing/2014/main" id="{42227C49-195E-3D51-8174-FFF26B1A6A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50" name="Picture 10" descr="A horse is a horse, of course, of course, that is of course unless the horse is the famous Clever Hans! Image: public domain">
            <a:extLst>
              <a:ext uri="{FF2B5EF4-FFF2-40B4-BE49-F238E27FC236}">
                <a16:creationId xmlns:a16="http://schemas.microsoft.com/office/drawing/2014/main" id="{D5E9CCB7-A9A1-ECB0-98FB-A7B698CB0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528" y="1690688"/>
            <a:ext cx="5992586" cy="449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897E7D-8032-9862-4BDF-3602DFAB65AF}"/>
              </a:ext>
            </a:extLst>
          </p:cNvPr>
          <p:cNvSpPr txBox="1"/>
          <p:nvPr/>
        </p:nvSpPr>
        <p:spPr>
          <a:xfrm>
            <a:off x="304800" y="4821382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Interesting story to read: https://en.wikipedia.org/wiki/Clever_Hans</a:t>
            </a:r>
          </a:p>
        </p:txBody>
      </p:sp>
    </p:spTree>
    <p:extLst>
      <p:ext uri="{BB962C8B-B14F-4D97-AF65-F5344CB8AC3E}">
        <p14:creationId xmlns:p14="http://schemas.microsoft.com/office/powerpoint/2010/main" val="11988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802A6-3F15-D8F9-8160-5D3C7427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do we need interpretability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94AC3E-9542-9682-7236-725796E73C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9700"/>
            <a:ext cx="7601889" cy="254678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>
              <a:buNone/>
            </a:pPr>
            <a:endParaRPr lang="en-US" altLang="en-US" dirty="0"/>
          </a:p>
          <a:p>
            <a:pPr lvl="0"/>
            <a:r>
              <a:rPr lang="en-US" altLang="en-US" dirty="0"/>
              <a:t>A loan model rejects an applicant. </a:t>
            </a:r>
          </a:p>
          <a:p>
            <a:pPr lvl="0"/>
            <a:r>
              <a:rPr lang="en-US" altLang="en-US" dirty="0"/>
              <a:t>A medical model predicts high risk. </a:t>
            </a:r>
          </a:p>
          <a:p>
            <a:pPr lvl="0"/>
            <a:r>
              <a:rPr lang="en-US" altLang="en-US" dirty="0"/>
              <a:t>A student-performance model flags a student. </a:t>
            </a:r>
          </a:p>
          <a:p>
            <a:pPr lvl="0"/>
            <a:r>
              <a:rPr lang="en-US" altLang="en-US" dirty="0"/>
              <a:t>A fraud model blocks a transaction.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81FB4-8041-182D-F3BE-CAF8C8F0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996DF98-400D-438D-CCEE-ACB5E0FC9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19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is not enough when decisions affect people, trust, debugging, or scientific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54599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224028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/ F1 / RMSE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46120" y="2139696"/>
            <a:ext cx="109728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526280" y="1627632"/>
            <a:ext cx="2377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decision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59168" y="2139696"/>
            <a:ext cx="1033272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75320" y="1627632"/>
            <a:ext cx="2560320" cy="102412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consequences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7888" y="3653028"/>
            <a:ext cx="4892040" cy="21109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dirty="0">
                <a:solidFill>
                  <a:srgbClr val="0F172A"/>
                </a:solidFill>
              </a:rPr>
              <a:t>Debug the model and data pipeline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Audit unexpected or harmful behavior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Understand what was learned from data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Communicate model behavior to stakeholders
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tension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answers “what”.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asks how the model behaves and where it may fail.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2</a:t>
            </a:r>
            <a:endParaRPr lang="en-US" sz="74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B7728D7-90EB-8C64-6800-F8F15714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do we need interpretability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BE466B-1E54-BA6B-510D-7ED15738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goals of interpretation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71730-0EE4-1C2B-509B-C5BBDFCA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0AB21D-0F52-0DE2-6CE3-EBC45DFA0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85914"/>
              </p:ext>
            </p:extLst>
          </p:nvPr>
        </p:nvGraphicFramePr>
        <p:xfrm>
          <a:off x="838200" y="285829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356551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07219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7126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694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Improve the model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went wrong?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model uses snow to classify wolves.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3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Justify predictions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 stakeholders understand the model’s output?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bank needs to justify a rejection.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526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Discover insights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 has the model learned about the domain?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Which features relate to water supply, disease risk, churn, etc.?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395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A09A4C-61E9-A23C-B9BE-D0336A3889EC}"/>
              </a:ext>
            </a:extLst>
          </p:cNvPr>
          <p:cNvSpPr txBox="1"/>
          <p:nvPr/>
        </p:nvSpPr>
        <p:spPr>
          <a:xfrm>
            <a:off x="2579914" y="5892581"/>
            <a:ext cx="6955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Same model, different goal → different interpretation method.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6183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7C2C1F-0D4C-E52B-6207-AEB0A170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6</a:t>
            </a:fld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C0F176F-CD12-D453-3B0B-30814D0C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506" y="0"/>
            <a:ext cx="9591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4DBA3F27-335C-9935-1DE9-C1768008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31" y="3281986"/>
            <a:ext cx="308906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design choice is whether we want an interpretable model from the beginning, or whether we want to interpret a more complex trained model afterward.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997B3C-A023-1960-F1DA-A4CB17618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8185" y="1619350"/>
            <a:ext cx="30890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second design choice is whether we want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build / use a model-specific method or just simply use a model-agnostic one.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31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B0CC-1003-8809-56C1-1047F025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Interpretable models by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7430C1-7F85-BD8E-1453-D9E1BCCA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40874E-807C-6422-E138-1A85C0CFC371}"/>
              </a:ext>
            </a:extLst>
          </p:cNvPr>
          <p:cNvSpPr/>
          <p:nvPr/>
        </p:nvSpPr>
        <p:spPr>
          <a:xfrm>
            <a:off x="702129" y="1691640"/>
            <a:ext cx="242316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/ logistic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coefficients as directional associations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218DE6-74E7-3F8D-5BDF-CCAF2C7D3340}"/>
              </a:ext>
            </a:extLst>
          </p:cNvPr>
          <p:cNvSpPr/>
          <p:nvPr/>
        </p:nvSpPr>
        <p:spPr>
          <a:xfrm>
            <a:off x="4025973" y="1690688"/>
            <a:ext cx="242316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 as if–then rules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B6530C-BA95-EEB4-504C-5B377C63A16B}"/>
              </a:ext>
            </a:extLst>
          </p:cNvPr>
          <p:cNvSpPr/>
          <p:nvPr/>
        </p:nvSpPr>
        <p:spPr>
          <a:xfrm>
            <a:off x="7559040" y="1690688"/>
            <a:ext cx="2423160" cy="11887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models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rule sets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B9892D-0941-B148-B209-0F7ADCF1E66A}"/>
              </a:ext>
            </a:extLst>
          </p:cNvPr>
          <p:cNvSpPr/>
          <p:nvPr/>
        </p:nvSpPr>
        <p:spPr>
          <a:xfrm>
            <a:off x="1920240" y="3886200"/>
            <a:ext cx="8366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caveats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Correlated features complicate coefficients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 trees stop being readable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scaling changes coefficient magnitudes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Interpretable does not mean causal</a:t>
            </a:r>
            <a:endParaRPr lang="en-US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E037AFD2-8115-A652-65C4-DD900EA9E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801"/>
            <a:ext cx="3810000" cy="154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978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6287-931E-9D21-825A-87172E8B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Post-hoc interpretation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A655ED6-1104-0831-398D-D69A6A96B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8292872"/>
              </p:ext>
            </p:extLst>
          </p:nvPr>
        </p:nvGraphicFramePr>
        <p:xfrm>
          <a:off x="1967345" y="2041335"/>
          <a:ext cx="7723909" cy="3389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C7928-67C4-C9B0-F230-BA92CD46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9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A540-1F05-386D-F729-EC382F58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Model-specific post-hoc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2DFB5-8979-C50C-08B0-6D08DD06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9C628BF0-D362-3065-F015-457279EEE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541" y="1917813"/>
            <a:ext cx="8539843" cy="4803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228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270A-9843-43FA-C3FB-A3AA0B7B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NeuralNetwork</a:t>
            </a:r>
            <a:r>
              <a:rPr lang="en-US" dirty="0"/>
              <a:t>-specific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F4DC0-DDEA-3D8D-054B-8C023BB6A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2761E3"/>
                </a:solidFill>
                <a:effectLst/>
                <a:latin typeface="IBM Plex Sans" panose="020B0503050203000203" pitchFamily="34" charset="0"/>
                <a:hlinkClick r:id="rId2"/>
              </a:rPr>
              <a:t>Learned Features</a:t>
            </a:r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: What features did the neural network learn?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2761E3"/>
                </a:solidFill>
                <a:effectLst/>
                <a:latin typeface="IBM Plex Sans" panose="020B0503050203000203" pitchFamily="34" charset="0"/>
                <a:hlinkClick r:id="rId3"/>
              </a:rPr>
              <a:t>Saliency Maps</a:t>
            </a:r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: How did each pixel contribute to a particular prediction?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2761E3"/>
                </a:solidFill>
                <a:effectLst/>
                <a:latin typeface="IBM Plex Sans" panose="020B0503050203000203" pitchFamily="34" charset="0"/>
                <a:hlinkClick r:id="rId4"/>
              </a:rPr>
              <a:t>Concepts</a:t>
            </a:r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: Which concepts did the neural network learn?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2761E3"/>
                </a:solidFill>
                <a:effectLst/>
                <a:latin typeface="IBM Plex Sans" panose="020B0503050203000203" pitchFamily="34" charset="0"/>
                <a:hlinkClick r:id="rId5"/>
              </a:rPr>
              <a:t>Adversarial Examples</a:t>
            </a:r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: How can we fool the neural network?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solidFill>
                  <a:srgbClr val="2761E3"/>
                </a:solidFill>
                <a:effectLst/>
                <a:latin typeface="IBM Plex Sans" panose="020B0503050203000203" pitchFamily="34" charset="0"/>
                <a:hlinkClick r:id="rId6"/>
              </a:rPr>
              <a:t>Influential Instances</a:t>
            </a:r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: How influential was a training data point for a given prediction?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C478B-10AF-0A64-AD36-91B2FA7F0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3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BAA1-47BE-2497-D8FB-3F92EAC7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Model-agnostic post-hoc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D58BC9-EB01-6BF9-C7A7-2C007DD0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F0F9C0D-97A1-7CC3-384C-3CDC550CE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014" y="1352550"/>
            <a:ext cx="8001000" cy="450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7F279-D6AA-9199-801C-783C17E0FE96}"/>
              </a:ext>
            </a:extLst>
          </p:cNvPr>
          <p:cNvSpPr txBox="1"/>
          <p:nvPr/>
        </p:nvSpPr>
        <p:spPr>
          <a:xfrm>
            <a:off x="3309258" y="58925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D7A86"/>
                </a:solidFill>
                <a:effectLst/>
                <a:latin typeface="IBM Plex Sans" panose="020B0503050203000203" pitchFamily="34" charset="0"/>
              </a:rPr>
              <a:t>Model-agnostic interpretation methods work with inputs and outputs and ignore model internals.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1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72A1-9BC4-E414-0FCC-726AB951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B7B889-7308-9D8C-1C23-579602BB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ACBB00E-0090-FC1F-FF1E-EE7D322FE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979" y="465399"/>
            <a:ext cx="5719306" cy="639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2A1908-B0BB-D40D-B21A-23DFF97C01BF}"/>
              </a:ext>
            </a:extLst>
          </p:cNvPr>
          <p:cNvSpPr txBox="1"/>
          <p:nvPr/>
        </p:nvSpPr>
        <p:spPr>
          <a:xfrm>
            <a:off x="779464" y="3225578"/>
            <a:ext cx="35857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D7A86"/>
                </a:solidFill>
                <a:effectLst/>
                <a:latin typeface="IBM Plex Sans" panose="020B0503050203000203" pitchFamily="34" charset="0"/>
              </a:rPr>
              <a:t>The real world goes through many layers before it reaches the human in the form of explanations.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3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2926080"/>
            <a:ext cx="1417320" cy="65836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880360" y="2926080"/>
            <a:ext cx="16002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features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66360" y="2926080"/>
            <a:ext cx="141732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78040" y="2926080"/>
            <a:ext cx="1691640" cy="65836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55480" y="2926080"/>
            <a:ext cx="1691640" cy="65836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331720" y="3255264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3255264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3255264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42832" y="3255264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7280" y="1600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</a:rPr>
              <a:t>SIPA principle: sample → intervene → predict → aggregate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4</a:t>
            </a:r>
            <a:endParaRPr lang="en-US" sz="74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FA7E41E-613B-7148-F511-6AD89BEC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Model-agnostic interpretation: input–output probing</a:t>
            </a:r>
            <a:br>
              <a:rPr lang="en-US" dirty="0"/>
            </a:br>
            <a:endParaRPr lang="en-US" dirty="0"/>
          </a:p>
        </p:txBody>
      </p:sp>
      <p:sp>
        <p:nvSpPr>
          <p:cNvPr id="17" name="Text 1"/>
          <p:cNvSpPr/>
          <p:nvPr/>
        </p:nvSpPr>
        <p:spPr>
          <a:xfrm>
            <a:off x="1235529" y="4860670"/>
            <a:ext cx="9280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</a:rPr>
              <a:t>The model is treated like a black box: perturb inputs, observe predictions, aggregate results.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47534" y="5321018"/>
            <a:ext cx="832996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</a:rPr>
              <a:t>Global methods summarize average model behavior over many data points.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333756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importance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variables matter for predictive performance?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34840" y="1508760"/>
            <a:ext cx="3337560" cy="1143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effects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prediction change as a feature changes?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01000" y="1508760"/>
            <a:ext cx="3337560" cy="1143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one feature’s effect depend on another?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income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3401568"/>
            <a:ext cx="2194560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debt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785616"/>
            <a:ext cx="1600200" cy="1737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151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4169664"/>
            <a:ext cx="1005840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535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zip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4553712"/>
            <a:ext cx="594360" cy="1737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7490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Caveat: global summaries can hide individual cases.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19–24</a:t>
            </a:r>
            <a:endParaRPr lang="en-US" sz="74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3A27C80-B002-079C-0CA5-A14C52CB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Global interpretation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778905" y="586320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Local methods study one instance or one prediction at a time.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2057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specific instance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852928" y="1920240"/>
            <a:ext cx="9875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977640" y="1600200"/>
            <a:ext cx="192024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model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25312" y="1920240"/>
            <a:ext cx="9784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040880" y="1600200"/>
            <a:ext cx="1828800" cy="6400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897112" y="1920240"/>
            <a:ext cx="9326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966960" y="1508760"/>
            <a:ext cx="1645920" cy="822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480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ICE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feature and watch one or many predictions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80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LIME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 simple local surrogate around one case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60120" y="4480560"/>
            <a:ext cx="480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/ Shapley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prediction differences to feature values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537960" y="4480560"/>
            <a:ext cx="480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Counterfactuals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minimal change that flips the output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12–18</a:t>
            </a:r>
            <a:endParaRPr lang="en-US" sz="74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0DC5576-03B7-2FF1-F6A2-1E6F38428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Local interpretation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142091" y="5497766"/>
            <a:ext cx="8542238" cy="64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Question: how much performance do we lose when one feature’s information is destroyed?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2240280" cy="8229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data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loss = 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063240" y="2148840"/>
            <a:ext cx="1005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206240" y="1737360"/>
            <a:ext cx="283464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Shuffle one feature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its link to target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14032" y="2148840"/>
            <a:ext cx="10241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75320" y="1737360"/>
            <a:ext cx="233172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increase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importance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8017" y="3701605"/>
            <a:ext cx="9738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dirty="0">
                <a:solidFill>
                  <a:srgbClr val="0F172A"/>
                </a:solidFill>
              </a:rPr>
              <a:t>Simple and model-agnostic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Use held-out data to avoid overfitting artifacts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Correlated features require careful interpretation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Importance means predictive usefulness, not causality
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23</a:t>
            </a:r>
            <a:endParaRPr lang="en-US" sz="74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FCCF7D6-9816-1C88-F3E4-ED28497A0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Representative global tool: permutation feature importance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13</a:t>
            </a:r>
            <a:endParaRPr lang="en-US" sz="74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1420765-9FFC-E2A4-FE57-619F259E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Representative local tool: ICE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E27B034-A662-750F-EAF7-48B557FB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57" y="2471378"/>
            <a:ext cx="8948057" cy="357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120D60-98F0-CF8C-3B0B-F9DF59B098F1}"/>
              </a:ext>
            </a:extLst>
          </p:cNvPr>
          <p:cNvSpPr txBox="1"/>
          <p:nvPr/>
        </p:nvSpPr>
        <p:spPr>
          <a:xfrm>
            <a:off x="1186543" y="142700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Individual Conditional Expectation (ICE) plots display one line per instance that shows how the instance’s prediction changes when a feature changes.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7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665476" y="121086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Question: how do feature values move this prediction away from a reference prediction?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926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prediction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24912" y="3273552"/>
            <a:ext cx="42976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182112" y="2926080"/>
            <a:ext cx="1234440" cy="6858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53712" y="3273552"/>
            <a:ext cx="42976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10912" y="2926080"/>
            <a:ext cx="1234440" cy="6858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2512" y="3273552"/>
            <a:ext cx="42976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39712" y="2926080"/>
            <a:ext cx="123444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11312" y="3273552"/>
            <a:ext cx="42976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68512" y="2926080"/>
            <a:ext cx="123444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5563" y="1700308"/>
            <a:ext cx="10104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intuition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treats feature values as contributors to the prediction difference relative to a baseline.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892040"/>
            <a:ext cx="914400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Caveats: baseline choice matters; dependent features are hard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18</a:t>
            </a:r>
            <a:endParaRPr lang="en-US" sz="74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1420765-9FFC-E2A4-FE57-619F259E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Representative local tool: SHAP / Shapley values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5E05D4-5C12-1874-75A4-F2C6AB04D8CD}"/>
              </a:ext>
            </a:extLst>
          </p:cNvPr>
          <p:cNvSpPr txBox="1"/>
          <p:nvPr/>
        </p:nvSpPr>
        <p:spPr>
          <a:xfrm>
            <a:off x="2764971" y="60562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The Shapley value allows </a:t>
            </a:r>
            <a:r>
              <a:rPr lang="en-US" sz="1200" b="1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contrastive explanations</a:t>
            </a:r>
            <a:r>
              <a:rPr lang="en-US" sz="1200" b="0" i="0" dirty="0">
                <a:solidFill>
                  <a:srgbClr val="343A40"/>
                </a:solidFill>
                <a:effectLst/>
                <a:latin typeface="IBM Plex Sans" panose="020B0503050203000203" pitchFamily="34" charset="0"/>
              </a:rPr>
              <a:t>. Instead of comparing a prediction to the average prediction of the entire dataset, you could compare it to a subset or even to a single data point. 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689860" y="586320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</a:rPr>
              <a:t>Question: what minimal realistic change would alter the model output?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560320" cy="914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case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loan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11880" y="2286000"/>
            <a:ext cx="164592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394960" y="1828800"/>
            <a:ext cx="237744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 − $2,000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09560" y="2286000"/>
            <a:ext cx="12344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281160" y="1828800"/>
            <a:ext cx="2240280" cy="9144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case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loan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962021"/>
            <a:ext cx="9875520" cy="22957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0F172A"/>
                </a:solidFill>
              </a:rPr>
              <a:t>Good counterfactuals are close to the original case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They should be realistic under the data distribution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They should avoid impossible or unethical changes
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</a:rPr>
              <a:t>They are often highly intuitive for users
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Ch. 15</a:t>
            </a:r>
            <a:endParaRPr lang="en-US" sz="74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2032AF9-1698-F5F2-B370-BF16A53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Counterfactual interpretation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24612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≠ causality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patterns may not be causal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53712" y="1508760"/>
            <a:ext cx="324612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variables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sensitive features can reappear indirectly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75904" y="1508760"/>
            <a:ext cx="324612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shift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interpretations can change with the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24612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Overtrust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plots can make weak models look reliable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53712" y="3108960"/>
            <a:ext cx="324612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mismatch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stakeholders need different detail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75904" y="3108960"/>
            <a:ext cx="324612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mismatch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and local methods answer different questions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966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</a:rPr>
              <a:t>A model interpretation is a claim about model behavior under assumptions.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throughout</a:t>
            </a:r>
            <a:endParaRPr lang="en-US" sz="74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46394F4-C35A-71E5-F63A-387604C04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Common pitfalls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234440" y="1325880"/>
            <a:ext cx="9692640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0F172A"/>
                </a:solidFill>
              </a:rPr>
              <a:t>Interpretation is goal-dependent.
</a:t>
            </a:r>
            <a:endParaRPr lang="en-US" sz="1900" dirty="0"/>
          </a:p>
          <a:p>
            <a:r>
              <a:rPr lang="en-US" sz="1900" dirty="0">
                <a:solidFill>
                  <a:srgbClr val="0F172A"/>
                </a:solidFill>
              </a:rPr>
              <a:t>Interpretable-by-design models are strong baselines.
</a:t>
            </a:r>
            <a:endParaRPr lang="en-US" sz="1900" dirty="0"/>
          </a:p>
          <a:p>
            <a:r>
              <a:rPr lang="en-US" sz="1900" dirty="0">
                <a:solidFill>
                  <a:srgbClr val="0F172A"/>
                </a:solidFill>
              </a:rPr>
              <a:t>Post-hoc methods can be global or local.
</a:t>
            </a:r>
            <a:endParaRPr lang="en-US" sz="1900" dirty="0"/>
          </a:p>
          <a:p>
            <a:r>
              <a:rPr lang="en-US" sz="1900" dirty="0">
                <a:solidFill>
                  <a:srgbClr val="0F172A"/>
                </a:solidFill>
              </a:rPr>
              <a:t>Permutation importance measures performance loss when information is destroyed.
</a:t>
            </a:r>
            <a:endParaRPr lang="en-US" sz="1900" dirty="0"/>
          </a:p>
          <a:p>
            <a:r>
              <a:rPr lang="en-US" sz="1900" dirty="0">
                <a:solidFill>
                  <a:srgbClr val="0F172A"/>
                </a:solidFill>
              </a:rPr>
              <a:t>SHAP attributes a prediction difference to feature values.
</a:t>
            </a:r>
            <a:endParaRPr lang="en-US" sz="1900" dirty="0"/>
          </a:p>
          <a:p>
            <a:r>
              <a:rPr lang="en-US" sz="1900" dirty="0">
                <a:solidFill>
                  <a:srgbClr val="0F172A"/>
                </a:solidFill>
              </a:rPr>
              <a:t>Counterfactuals are contrastive and often useful for recourse.
</a:t>
            </a:r>
            <a:endParaRPr lang="en-US" sz="1900" dirty="0"/>
          </a:p>
          <a:p>
            <a:r>
              <a:rPr lang="en-US" sz="1900" dirty="0">
                <a:solidFill>
                  <a:srgbClr val="0F172A"/>
                </a:solidFill>
              </a:rPr>
              <a:t>Interpretation does not automatically give causality, fairness, or correctness.
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83880" y="65196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4748B"/>
                </a:solidFill>
              </a:rPr>
              <a:t>Molnar, summary</a:t>
            </a:r>
            <a:endParaRPr lang="en-US" sz="74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C3977E-CD60-82A4-B677-526313B7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18805</TotalTime>
  <Words>1146</Words>
  <Application>Microsoft Office PowerPoint</Application>
  <PresentationFormat>Widescreen</PresentationFormat>
  <Paragraphs>208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Consolas</vt:lpstr>
      <vt:lpstr>IBM Plex Sans</vt:lpstr>
      <vt:lpstr>Office Theme</vt:lpstr>
      <vt:lpstr>Model Interpretation</vt:lpstr>
      <vt:lpstr>Clever Hans</vt:lpstr>
      <vt:lpstr>Why do we need interpretability</vt:lpstr>
      <vt:lpstr>Why do we need interpretability</vt:lpstr>
      <vt:lpstr>The three goals of interpretation </vt:lpstr>
      <vt:lpstr>PowerPoint Presentation</vt:lpstr>
      <vt:lpstr>Interpretable models by design</vt:lpstr>
      <vt:lpstr>Post-hoc interpretation</vt:lpstr>
      <vt:lpstr>Model-specific post-hoc methods</vt:lpstr>
      <vt:lpstr>NeuralNetwork-specific methods</vt:lpstr>
      <vt:lpstr>Model-agnostic post-hoc methods</vt:lpstr>
      <vt:lpstr>The big picture</vt:lpstr>
      <vt:lpstr>Model-agnostic interpretation: input–output probing </vt:lpstr>
      <vt:lpstr>Global interpretation</vt:lpstr>
      <vt:lpstr>Local interpretation</vt:lpstr>
      <vt:lpstr>Representative global tool: permutation feature importance</vt:lpstr>
      <vt:lpstr>Representative local tool: ICE</vt:lpstr>
      <vt:lpstr>Representative local tool: SHAP / Shapley values</vt:lpstr>
      <vt:lpstr>Counterfactual interpretation</vt:lpstr>
      <vt:lpstr>Common pitfalls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613</cp:revision>
  <dcterms:created xsi:type="dcterms:W3CDTF">2021-09-22T08:38:12Z</dcterms:created>
  <dcterms:modified xsi:type="dcterms:W3CDTF">2026-06-16T12:04:51Z</dcterms:modified>
</cp:coreProperties>
</file>